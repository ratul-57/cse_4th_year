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 id="2147483696" r:id="rId2"/>
    <p:sldMasterId id="2147483708" r:id="rId3"/>
    <p:sldMasterId id="2147483726" r:id="rId4"/>
  </p:sldMasterIdLst>
  <p:notesMasterIdLst>
    <p:notesMasterId r:id="rId19"/>
  </p:notesMasterIdLst>
  <p:handoutMasterIdLst>
    <p:handoutMasterId r:id="rId20"/>
  </p:handoutMasterIdLst>
  <p:sldIdLst>
    <p:sldId id="256" r:id="rId5"/>
    <p:sldId id="257" r:id="rId6"/>
    <p:sldId id="287" r:id="rId7"/>
    <p:sldId id="288" r:id="rId8"/>
    <p:sldId id="290" r:id="rId9"/>
    <p:sldId id="259" r:id="rId10"/>
    <p:sldId id="276" r:id="rId11"/>
    <p:sldId id="289" r:id="rId12"/>
    <p:sldId id="278" r:id="rId13"/>
    <p:sldId id="284" r:id="rId14"/>
    <p:sldId id="279" r:id="rId15"/>
    <p:sldId id="285" r:id="rId16"/>
    <p:sldId id="281" r:id="rId17"/>
    <p:sldId id="286"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1CDF746-EB7E-4D16-B1C3-090D75499F37}">
          <p14:sldIdLst>
            <p14:sldId id="256"/>
            <p14:sldId id="257"/>
            <p14:sldId id="287"/>
            <p14:sldId id="288"/>
            <p14:sldId id="290"/>
            <p14:sldId id="259"/>
            <p14:sldId id="276"/>
            <p14:sldId id="289"/>
            <p14:sldId id="278"/>
            <p14:sldId id="284"/>
            <p14:sldId id="279"/>
            <p14:sldId id="285"/>
            <p14:sldId id="281"/>
            <p14:sldId id="286"/>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72" d="100"/>
          <a:sy n="72" d="100"/>
        </p:scale>
        <p:origin x="1120" y="-3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slideMaster" Target="slideMasters/slideMaster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en-US"/>
              <a:t>BTM 4209 Micro economics</a:t>
            </a: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450A8A7-1B1E-472D-A5E2-C39882B68DE1}" type="datetimeFigureOut">
              <a:rPr lang="en-US" smtClean="0"/>
              <a:t>2/2/2026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E829BD4-DD46-45A3-8C86-9833C784FD6A}" type="slidenum">
              <a:rPr lang="en-US" smtClean="0"/>
              <a:t>‹#›</a:t>
            </a:fld>
            <a:endParaRPr lang="en-US"/>
          </a:p>
        </p:txBody>
      </p:sp>
    </p:spTree>
    <p:extLst>
      <p:ext uri="{BB962C8B-B14F-4D97-AF65-F5344CB8AC3E}">
        <p14:creationId xmlns:p14="http://schemas.microsoft.com/office/powerpoint/2010/main" val="4090541157"/>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en-US"/>
              <a:t>BTM 4209 Micro economics</a:t>
            </a: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0905AC8-3697-4082-B305-A661C0FE1530}" type="datetimeFigureOut">
              <a:rPr lang="en-US" smtClean="0"/>
              <a:t>2/2/2026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2102121-106C-4020-A6EB-02F95D7F7DCB}" type="slidenum">
              <a:rPr lang="en-US" smtClean="0"/>
              <a:t>‹#›</a:t>
            </a:fld>
            <a:endParaRPr lang="en-US"/>
          </a:p>
        </p:txBody>
      </p:sp>
    </p:spTree>
    <p:extLst>
      <p:ext uri="{BB962C8B-B14F-4D97-AF65-F5344CB8AC3E}">
        <p14:creationId xmlns:p14="http://schemas.microsoft.com/office/powerpoint/2010/main" val="1882555275"/>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2102121-106C-4020-A6EB-02F95D7F7DCB}" type="slidenum">
              <a:rPr lang="en-US" smtClean="0"/>
              <a:t>2</a:t>
            </a:fld>
            <a:endParaRPr lang="en-US"/>
          </a:p>
        </p:txBody>
      </p:sp>
      <p:sp>
        <p:nvSpPr>
          <p:cNvPr id="5" name="Header Placeholder 4"/>
          <p:cNvSpPr>
            <a:spLocks noGrp="1"/>
          </p:cNvSpPr>
          <p:nvPr>
            <p:ph type="hdr" sz="quarter" idx="11"/>
          </p:nvPr>
        </p:nvSpPr>
        <p:spPr/>
        <p:txBody>
          <a:bodyPr/>
          <a:lstStyle/>
          <a:p>
            <a:r>
              <a:rPr lang="en-US"/>
              <a:t>BTM 4209 Micro economics</a:t>
            </a:r>
          </a:p>
        </p:txBody>
      </p:sp>
    </p:spTree>
    <p:extLst>
      <p:ext uri="{BB962C8B-B14F-4D97-AF65-F5344CB8AC3E}">
        <p14:creationId xmlns:p14="http://schemas.microsoft.com/office/powerpoint/2010/main" val="36908318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8820A2AB-D6C4-4481-8258-96947E679F7B}" type="datetime1">
              <a:rPr lang="en-US" smtClean="0"/>
              <a:t>2/2/2026</a:t>
            </a:fld>
            <a:endParaRPr lang="en-US"/>
          </a:p>
        </p:txBody>
      </p:sp>
      <p:sp>
        <p:nvSpPr>
          <p:cNvPr id="5" name="Footer Placeholder 4"/>
          <p:cNvSpPr>
            <a:spLocks noGrp="1"/>
          </p:cNvSpPr>
          <p:nvPr>
            <p:ph type="ftr" sz="quarter" idx="11"/>
          </p:nvPr>
        </p:nvSpPr>
        <p:spPr/>
        <p:txBody>
          <a:bodyPr/>
          <a:lstStyle/>
          <a:p>
            <a:r>
              <a:rPr lang="en-US"/>
              <a:t>Md. Abul kalam Azad, BTM, IUT</a:t>
            </a:r>
          </a:p>
        </p:txBody>
      </p:sp>
      <p:sp>
        <p:nvSpPr>
          <p:cNvPr id="6" name="Slide Number Placeholder 5"/>
          <p:cNvSpPr>
            <a:spLocks noGrp="1"/>
          </p:cNvSpPr>
          <p:nvPr>
            <p:ph type="sldNum" sz="quarter" idx="12"/>
          </p:nvPr>
        </p:nvSpPr>
        <p:spPr/>
        <p:txBody>
          <a:bodyPr/>
          <a:lstStyle/>
          <a:p>
            <a:fld id="{D3475259-C304-4272-8FDF-2C3F4334C8F4}" type="slidenum">
              <a:rPr lang="en-US" smtClean="0"/>
              <a:t>‹#›</a:t>
            </a:fld>
            <a:endParaRPr lang="en-US"/>
          </a:p>
        </p:txBody>
      </p:sp>
    </p:spTree>
    <p:extLst>
      <p:ext uri="{BB962C8B-B14F-4D97-AF65-F5344CB8AC3E}">
        <p14:creationId xmlns:p14="http://schemas.microsoft.com/office/powerpoint/2010/main" val="35216367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C26E746-3AE6-49E4-AA33-FACB3B1AE887}" type="datetime1">
              <a:rPr lang="en-US" smtClean="0"/>
              <a:t>2/2/2026</a:t>
            </a:fld>
            <a:endParaRPr lang="en-US"/>
          </a:p>
        </p:txBody>
      </p:sp>
      <p:sp>
        <p:nvSpPr>
          <p:cNvPr id="5" name="Footer Placeholder 4"/>
          <p:cNvSpPr>
            <a:spLocks noGrp="1"/>
          </p:cNvSpPr>
          <p:nvPr>
            <p:ph type="ftr" sz="quarter" idx="11"/>
          </p:nvPr>
        </p:nvSpPr>
        <p:spPr/>
        <p:txBody>
          <a:bodyPr/>
          <a:lstStyle/>
          <a:p>
            <a:r>
              <a:rPr lang="en-US"/>
              <a:t>Md. Abul kalam Azad, BTM, IUT</a:t>
            </a:r>
          </a:p>
        </p:txBody>
      </p:sp>
      <p:sp>
        <p:nvSpPr>
          <p:cNvPr id="6" name="Slide Number Placeholder 5"/>
          <p:cNvSpPr>
            <a:spLocks noGrp="1"/>
          </p:cNvSpPr>
          <p:nvPr>
            <p:ph type="sldNum" sz="quarter" idx="12"/>
          </p:nvPr>
        </p:nvSpPr>
        <p:spPr/>
        <p:txBody>
          <a:bodyPr/>
          <a:lstStyle/>
          <a:p>
            <a:fld id="{D3475259-C304-4272-8FDF-2C3F4334C8F4}" type="slidenum">
              <a:rPr lang="en-US" smtClean="0"/>
              <a:t>‹#›</a:t>
            </a:fld>
            <a:endParaRPr lang="en-US"/>
          </a:p>
        </p:txBody>
      </p:sp>
    </p:spTree>
    <p:extLst>
      <p:ext uri="{BB962C8B-B14F-4D97-AF65-F5344CB8AC3E}">
        <p14:creationId xmlns:p14="http://schemas.microsoft.com/office/powerpoint/2010/main" val="31659634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C80E349-1EC8-4780-9992-476580F4A60D}" type="datetime1">
              <a:rPr lang="en-US" smtClean="0"/>
              <a:t>2/2/2026</a:t>
            </a:fld>
            <a:endParaRPr lang="en-US"/>
          </a:p>
        </p:txBody>
      </p:sp>
      <p:sp>
        <p:nvSpPr>
          <p:cNvPr id="5" name="Footer Placeholder 4"/>
          <p:cNvSpPr>
            <a:spLocks noGrp="1"/>
          </p:cNvSpPr>
          <p:nvPr>
            <p:ph type="ftr" sz="quarter" idx="11"/>
          </p:nvPr>
        </p:nvSpPr>
        <p:spPr/>
        <p:txBody>
          <a:bodyPr/>
          <a:lstStyle/>
          <a:p>
            <a:r>
              <a:rPr lang="en-US"/>
              <a:t>Md. Abul kalam Azad, BTM, IUT</a:t>
            </a:r>
          </a:p>
        </p:txBody>
      </p:sp>
      <p:sp>
        <p:nvSpPr>
          <p:cNvPr id="6" name="Slide Number Placeholder 5"/>
          <p:cNvSpPr>
            <a:spLocks noGrp="1"/>
          </p:cNvSpPr>
          <p:nvPr>
            <p:ph type="sldNum" sz="quarter" idx="12"/>
          </p:nvPr>
        </p:nvSpPr>
        <p:spPr/>
        <p:txBody>
          <a:bodyPr/>
          <a:lstStyle/>
          <a:p>
            <a:fld id="{D3475259-C304-4272-8FDF-2C3F4334C8F4}" type="slidenum">
              <a:rPr lang="en-US" smtClean="0"/>
              <a:t>‹#›</a:t>
            </a:fld>
            <a:endParaRPr lang="en-US"/>
          </a:p>
        </p:txBody>
      </p:sp>
    </p:spTree>
    <p:extLst>
      <p:ext uri="{BB962C8B-B14F-4D97-AF65-F5344CB8AC3E}">
        <p14:creationId xmlns:p14="http://schemas.microsoft.com/office/powerpoint/2010/main" val="2413128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E9DE548-31A1-4637-B7CD-1B26111E6957}" type="datetime1">
              <a:rPr lang="en-US" smtClean="0"/>
              <a:t>2/2/2026</a:t>
            </a:fld>
            <a:endParaRPr lang="en-US"/>
          </a:p>
        </p:txBody>
      </p:sp>
      <p:sp>
        <p:nvSpPr>
          <p:cNvPr id="6" name="Footer Placeholder 5"/>
          <p:cNvSpPr>
            <a:spLocks noGrp="1"/>
          </p:cNvSpPr>
          <p:nvPr>
            <p:ph type="ftr" sz="quarter" idx="11"/>
          </p:nvPr>
        </p:nvSpPr>
        <p:spPr/>
        <p:txBody>
          <a:bodyPr/>
          <a:lstStyle/>
          <a:p>
            <a:r>
              <a:rPr lang="en-US"/>
              <a:t>Md. Abul kalam Azad, BTM, IUT</a:t>
            </a:r>
          </a:p>
        </p:txBody>
      </p:sp>
      <p:sp>
        <p:nvSpPr>
          <p:cNvPr id="7" name="Slide Number Placeholder 6"/>
          <p:cNvSpPr>
            <a:spLocks noGrp="1"/>
          </p:cNvSpPr>
          <p:nvPr>
            <p:ph type="sldNum" sz="quarter" idx="12"/>
          </p:nvPr>
        </p:nvSpPr>
        <p:spPr/>
        <p:txBody>
          <a:bodyPr/>
          <a:lstStyle/>
          <a:p>
            <a:fld id="{D3475259-C304-4272-8FDF-2C3F4334C8F4}" type="slidenum">
              <a:rPr lang="en-US" smtClean="0"/>
              <a:t>‹#›</a:t>
            </a:fld>
            <a:endParaRPr lang="en-US"/>
          </a:p>
        </p:txBody>
      </p:sp>
    </p:spTree>
    <p:extLst>
      <p:ext uri="{BB962C8B-B14F-4D97-AF65-F5344CB8AC3E}">
        <p14:creationId xmlns:p14="http://schemas.microsoft.com/office/powerpoint/2010/main" val="19347533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1327EAF-827F-431B-82E4-36B8BEFCBA3A}" type="datetime1">
              <a:rPr lang="en-US" smtClean="0"/>
              <a:t>2/2/2026</a:t>
            </a:fld>
            <a:endParaRPr lang="en-US"/>
          </a:p>
        </p:txBody>
      </p:sp>
      <p:sp>
        <p:nvSpPr>
          <p:cNvPr id="8" name="Footer Placeholder 7"/>
          <p:cNvSpPr>
            <a:spLocks noGrp="1"/>
          </p:cNvSpPr>
          <p:nvPr>
            <p:ph type="ftr" sz="quarter" idx="11"/>
          </p:nvPr>
        </p:nvSpPr>
        <p:spPr/>
        <p:txBody>
          <a:bodyPr/>
          <a:lstStyle/>
          <a:p>
            <a:r>
              <a:rPr lang="en-US"/>
              <a:t>Md. Abul kalam Azad, BTM, IUT</a:t>
            </a:r>
          </a:p>
        </p:txBody>
      </p:sp>
      <p:sp>
        <p:nvSpPr>
          <p:cNvPr id="9" name="Slide Number Placeholder 8"/>
          <p:cNvSpPr>
            <a:spLocks noGrp="1"/>
          </p:cNvSpPr>
          <p:nvPr>
            <p:ph type="sldNum" sz="quarter" idx="12"/>
          </p:nvPr>
        </p:nvSpPr>
        <p:spPr/>
        <p:txBody>
          <a:bodyPr/>
          <a:lstStyle/>
          <a:p>
            <a:fld id="{D3475259-C304-4272-8FDF-2C3F4334C8F4}" type="slidenum">
              <a:rPr lang="en-US" smtClean="0"/>
              <a:t>‹#›</a:t>
            </a:fld>
            <a:endParaRPr lang="en-US"/>
          </a:p>
        </p:txBody>
      </p:sp>
    </p:spTree>
    <p:extLst>
      <p:ext uri="{BB962C8B-B14F-4D97-AF65-F5344CB8AC3E}">
        <p14:creationId xmlns:p14="http://schemas.microsoft.com/office/powerpoint/2010/main" val="13789496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3DF346A-A3C5-4392-BA54-5661F4515F64}" type="datetime1">
              <a:rPr lang="en-US" smtClean="0"/>
              <a:t>2/2/2026</a:t>
            </a:fld>
            <a:endParaRPr lang="en-US"/>
          </a:p>
        </p:txBody>
      </p:sp>
      <p:sp>
        <p:nvSpPr>
          <p:cNvPr id="4" name="Footer Placeholder 3"/>
          <p:cNvSpPr>
            <a:spLocks noGrp="1"/>
          </p:cNvSpPr>
          <p:nvPr>
            <p:ph type="ftr" sz="quarter" idx="11"/>
          </p:nvPr>
        </p:nvSpPr>
        <p:spPr/>
        <p:txBody>
          <a:bodyPr/>
          <a:lstStyle/>
          <a:p>
            <a:r>
              <a:rPr lang="en-US"/>
              <a:t>Md. Abul kalam Azad, BTM, IUT</a:t>
            </a:r>
          </a:p>
        </p:txBody>
      </p:sp>
      <p:sp>
        <p:nvSpPr>
          <p:cNvPr id="5" name="Slide Number Placeholder 4"/>
          <p:cNvSpPr>
            <a:spLocks noGrp="1"/>
          </p:cNvSpPr>
          <p:nvPr>
            <p:ph type="sldNum" sz="quarter" idx="12"/>
          </p:nvPr>
        </p:nvSpPr>
        <p:spPr/>
        <p:txBody>
          <a:bodyPr/>
          <a:lstStyle/>
          <a:p>
            <a:fld id="{D3475259-C304-4272-8FDF-2C3F4334C8F4}" type="slidenum">
              <a:rPr lang="en-US" smtClean="0"/>
              <a:t>‹#›</a:t>
            </a:fld>
            <a:endParaRPr lang="en-US"/>
          </a:p>
        </p:txBody>
      </p:sp>
    </p:spTree>
    <p:extLst>
      <p:ext uri="{BB962C8B-B14F-4D97-AF65-F5344CB8AC3E}">
        <p14:creationId xmlns:p14="http://schemas.microsoft.com/office/powerpoint/2010/main" val="19359985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5665AC-23DA-4E35-99EE-A5E26DE6E83E}" type="datetime1">
              <a:rPr lang="en-US" smtClean="0"/>
              <a:t>2/2/2026</a:t>
            </a:fld>
            <a:endParaRPr lang="en-US"/>
          </a:p>
        </p:txBody>
      </p:sp>
      <p:sp>
        <p:nvSpPr>
          <p:cNvPr id="3" name="Footer Placeholder 2"/>
          <p:cNvSpPr>
            <a:spLocks noGrp="1"/>
          </p:cNvSpPr>
          <p:nvPr>
            <p:ph type="ftr" sz="quarter" idx="11"/>
          </p:nvPr>
        </p:nvSpPr>
        <p:spPr/>
        <p:txBody>
          <a:bodyPr/>
          <a:lstStyle/>
          <a:p>
            <a:r>
              <a:rPr lang="en-US"/>
              <a:t>Md. Abul kalam Azad, BTM, IUT</a:t>
            </a:r>
          </a:p>
        </p:txBody>
      </p:sp>
      <p:sp>
        <p:nvSpPr>
          <p:cNvPr id="4" name="Slide Number Placeholder 3"/>
          <p:cNvSpPr>
            <a:spLocks noGrp="1"/>
          </p:cNvSpPr>
          <p:nvPr>
            <p:ph type="sldNum" sz="quarter" idx="12"/>
          </p:nvPr>
        </p:nvSpPr>
        <p:spPr/>
        <p:txBody>
          <a:bodyPr/>
          <a:lstStyle/>
          <a:p>
            <a:fld id="{D3475259-C304-4272-8FDF-2C3F4334C8F4}" type="slidenum">
              <a:rPr lang="en-US" smtClean="0"/>
              <a:t>‹#›</a:t>
            </a:fld>
            <a:endParaRPr lang="en-US"/>
          </a:p>
        </p:txBody>
      </p:sp>
    </p:spTree>
    <p:extLst>
      <p:ext uri="{BB962C8B-B14F-4D97-AF65-F5344CB8AC3E}">
        <p14:creationId xmlns:p14="http://schemas.microsoft.com/office/powerpoint/2010/main" val="21834389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74F1DCA5-4A7B-46B2-A277-A8170F49E52E}" type="datetime1">
              <a:rPr lang="en-US" smtClean="0"/>
              <a:t>2/2/2026</a:t>
            </a:fld>
            <a:endParaRPr lang="en-US"/>
          </a:p>
        </p:txBody>
      </p:sp>
      <p:sp>
        <p:nvSpPr>
          <p:cNvPr id="6" name="Footer Placeholder 5"/>
          <p:cNvSpPr>
            <a:spLocks noGrp="1"/>
          </p:cNvSpPr>
          <p:nvPr>
            <p:ph type="ftr" sz="quarter" idx="11"/>
          </p:nvPr>
        </p:nvSpPr>
        <p:spPr/>
        <p:txBody>
          <a:bodyPr/>
          <a:lstStyle/>
          <a:p>
            <a:r>
              <a:rPr lang="en-US"/>
              <a:t>Md. Abul kalam Azad, BTM, IUT</a:t>
            </a:r>
          </a:p>
        </p:txBody>
      </p:sp>
      <p:sp>
        <p:nvSpPr>
          <p:cNvPr id="7" name="Slide Number Placeholder 6"/>
          <p:cNvSpPr>
            <a:spLocks noGrp="1"/>
          </p:cNvSpPr>
          <p:nvPr>
            <p:ph type="sldNum" sz="quarter" idx="12"/>
          </p:nvPr>
        </p:nvSpPr>
        <p:spPr/>
        <p:txBody>
          <a:bodyPr/>
          <a:lstStyle/>
          <a:p>
            <a:fld id="{D3475259-C304-4272-8FDF-2C3F4334C8F4}" type="slidenum">
              <a:rPr lang="en-US" smtClean="0"/>
              <a:t>‹#›</a:t>
            </a:fld>
            <a:endParaRPr lang="en-US"/>
          </a:p>
        </p:txBody>
      </p:sp>
    </p:spTree>
    <p:extLst>
      <p:ext uri="{BB962C8B-B14F-4D97-AF65-F5344CB8AC3E}">
        <p14:creationId xmlns:p14="http://schemas.microsoft.com/office/powerpoint/2010/main" val="40686200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EB365E9-6BA8-410B-9F73-0DF6527D9163}" type="datetime1">
              <a:rPr lang="en-US" smtClean="0"/>
              <a:t>2/2/2026</a:t>
            </a:fld>
            <a:endParaRPr lang="en-US"/>
          </a:p>
        </p:txBody>
      </p:sp>
      <p:sp>
        <p:nvSpPr>
          <p:cNvPr id="6" name="Footer Placeholder 5"/>
          <p:cNvSpPr>
            <a:spLocks noGrp="1"/>
          </p:cNvSpPr>
          <p:nvPr>
            <p:ph type="ftr" sz="quarter" idx="11"/>
          </p:nvPr>
        </p:nvSpPr>
        <p:spPr/>
        <p:txBody>
          <a:bodyPr/>
          <a:lstStyle/>
          <a:p>
            <a:r>
              <a:rPr lang="en-US"/>
              <a:t>Md. Abul kalam Azad, BTM, IUT</a:t>
            </a:r>
          </a:p>
        </p:txBody>
      </p:sp>
      <p:sp>
        <p:nvSpPr>
          <p:cNvPr id="7" name="Slide Number Placeholder 6"/>
          <p:cNvSpPr>
            <a:spLocks noGrp="1"/>
          </p:cNvSpPr>
          <p:nvPr>
            <p:ph type="sldNum" sz="quarter" idx="12"/>
          </p:nvPr>
        </p:nvSpPr>
        <p:spPr/>
        <p:txBody>
          <a:bodyPr/>
          <a:lstStyle/>
          <a:p>
            <a:fld id="{D3475259-C304-4272-8FDF-2C3F4334C8F4}" type="slidenum">
              <a:rPr lang="en-US" smtClean="0"/>
              <a:t>‹#›</a:t>
            </a:fld>
            <a:endParaRPr lang="en-US"/>
          </a:p>
        </p:txBody>
      </p:sp>
    </p:spTree>
    <p:extLst>
      <p:ext uri="{BB962C8B-B14F-4D97-AF65-F5344CB8AC3E}">
        <p14:creationId xmlns:p14="http://schemas.microsoft.com/office/powerpoint/2010/main" val="37121973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81D3BE2-C245-4DC0-B36D-195356D7D927}" type="datetime1">
              <a:rPr lang="en-US" smtClean="0"/>
              <a:t>2/2/2026</a:t>
            </a:fld>
            <a:endParaRPr lang="en-US"/>
          </a:p>
        </p:txBody>
      </p:sp>
      <p:sp>
        <p:nvSpPr>
          <p:cNvPr id="5" name="Footer Placeholder 4"/>
          <p:cNvSpPr>
            <a:spLocks noGrp="1"/>
          </p:cNvSpPr>
          <p:nvPr>
            <p:ph type="ftr" sz="quarter" idx="11"/>
          </p:nvPr>
        </p:nvSpPr>
        <p:spPr/>
        <p:txBody>
          <a:bodyPr/>
          <a:lstStyle/>
          <a:p>
            <a:r>
              <a:rPr lang="en-US"/>
              <a:t>Md. Abul kalam Azad, BTM, IUT</a:t>
            </a:r>
          </a:p>
        </p:txBody>
      </p:sp>
      <p:sp>
        <p:nvSpPr>
          <p:cNvPr id="6" name="Slide Number Placeholder 5"/>
          <p:cNvSpPr>
            <a:spLocks noGrp="1"/>
          </p:cNvSpPr>
          <p:nvPr>
            <p:ph type="sldNum" sz="quarter" idx="12"/>
          </p:nvPr>
        </p:nvSpPr>
        <p:spPr/>
        <p:txBody>
          <a:bodyPr/>
          <a:lstStyle/>
          <a:p>
            <a:fld id="{D3475259-C304-4272-8FDF-2C3F4334C8F4}" type="slidenum">
              <a:rPr lang="en-US" smtClean="0"/>
              <a:t>‹#›</a:t>
            </a:fld>
            <a:endParaRPr lang="en-US"/>
          </a:p>
        </p:txBody>
      </p:sp>
    </p:spTree>
    <p:extLst>
      <p:ext uri="{BB962C8B-B14F-4D97-AF65-F5344CB8AC3E}">
        <p14:creationId xmlns:p14="http://schemas.microsoft.com/office/powerpoint/2010/main" val="33120748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F961B6D-1E44-4339-9749-42EB214C701C}" type="datetime1">
              <a:rPr lang="en-US" smtClean="0"/>
              <a:t>2/2/2026</a:t>
            </a:fld>
            <a:endParaRPr lang="en-US"/>
          </a:p>
        </p:txBody>
      </p:sp>
      <p:sp>
        <p:nvSpPr>
          <p:cNvPr id="5" name="Footer Placeholder 4"/>
          <p:cNvSpPr>
            <a:spLocks noGrp="1"/>
          </p:cNvSpPr>
          <p:nvPr>
            <p:ph type="ftr" sz="quarter" idx="11"/>
          </p:nvPr>
        </p:nvSpPr>
        <p:spPr/>
        <p:txBody>
          <a:bodyPr/>
          <a:lstStyle/>
          <a:p>
            <a:r>
              <a:rPr lang="en-US"/>
              <a:t>Md. Abul kalam Azad, BTM, IUT</a:t>
            </a:r>
          </a:p>
        </p:txBody>
      </p:sp>
      <p:sp>
        <p:nvSpPr>
          <p:cNvPr id="6" name="Slide Number Placeholder 5"/>
          <p:cNvSpPr>
            <a:spLocks noGrp="1"/>
          </p:cNvSpPr>
          <p:nvPr>
            <p:ph type="sldNum" sz="quarter" idx="12"/>
          </p:nvPr>
        </p:nvSpPr>
        <p:spPr/>
        <p:txBody>
          <a:bodyPr/>
          <a:lstStyle/>
          <a:p>
            <a:fld id="{D3475259-C304-4272-8FDF-2C3F4334C8F4}" type="slidenum">
              <a:rPr lang="en-US" smtClean="0"/>
              <a:t>‹#›</a:t>
            </a:fld>
            <a:endParaRPr lang="en-US"/>
          </a:p>
        </p:txBody>
      </p:sp>
    </p:spTree>
    <p:extLst>
      <p:ext uri="{BB962C8B-B14F-4D97-AF65-F5344CB8AC3E}">
        <p14:creationId xmlns:p14="http://schemas.microsoft.com/office/powerpoint/2010/main" val="1880471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820A2AB-D6C4-4481-8258-96947E679F7B}" type="datetime1">
              <a:rPr lang="en-US" smtClean="0"/>
              <a:t>2/2/2026</a:t>
            </a:fld>
            <a:endParaRPr lang="en-US"/>
          </a:p>
        </p:txBody>
      </p:sp>
      <p:sp>
        <p:nvSpPr>
          <p:cNvPr id="5" name="Footer Placeholder 4"/>
          <p:cNvSpPr>
            <a:spLocks noGrp="1"/>
          </p:cNvSpPr>
          <p:nvPr>
            <p:ph type="ftr" sz="quarter" idx="11"/>
          </p:nvPr>
        </p:nvSpPr>
        <p:spPr/>
        <p:txBody>
          <a:bodyPr/>
          <a:lstStyle/>
          <a:p>
            <a:r>
              <a:rPr lang="en-US"/>
              <a:t>Md. Abul kalam Azad, BTM, IUT</a:t>
            </a:r>
          </a:p>
        </p:txBody>
      </p:sp>
      <p:sp>
        <p:nvSpPr>
          <p:cNvPr id="6" name="Slide Number Placeholder 5"/>
          <p:cNvSpPr>
            <a:spLocks noGrp="1"/>
          </p:cNvSpPr>
          <p:nvPr>
            <p:ph type="sldNum" sz="quarter" idx="12"/>
          </p:nvPr>
        </p:nvSpPr>
        <p:spPr/>
        <p:txBody>
          <a:bodyPr/>
          <a:lstStyle/>
          <a:p>
            <a:fld id="{D3475259-C304-4272-8FDF-2C3F4334C8F4}"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0" y="6334315"/>
            <a:ext cx="9144001" cy="659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698600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26E746-3AE6-49E4-AA33-FACB3B1AE887}" type="datetime1">
              <a:rPr lang="en-US" smtClean="0"/>
              <a:t>2/2/2026</a:t>
            </a:fld>
            <a:endParaRPr lang="en-US"/>
          </a:p>
        </p:txBody>
      </p:sp>
      <p:sp>
        <p:nvSpPr>
          <p:cNvPr id="5" name="Footer Placeholder 4"/>
          <p:cNvSpPr>
            <a:spLocks noGrp="1"/>
          </p:cNvSpPr>
          <p:nvPr>
            <p:ph type="ftr" sz="quarter" idx="11"/>
          </p:nvPr>
        </p:nvSpPr>
        <p:spPr/>
        <p:txBody>
          <a:bodyPr/>
          <a:lstStyle/>
          <a:p>
            <a:r>
              <a:rPr lang="en-US"/>
              <a:t>Md. Abul kalam Azad, BTM, IUT</a:t>
            </a:r>
          </a:p>
        </p:txBody>
      </p:sp>
      <p:sp>
        <p:nvSpPr>
          <p:cNvPr id="6" name="Slide Number Placeholder 5"/>
          <p:cNvSpPr>
            <a:spLocks noGrp="1"/>
          </p:cNvSpPr>
          <p:nvPr>
            <p:ph type="sldNum" sz="quarter" idx="12"/>
          </p:nvPr>
        </p:nvSpPr>
        <p:spPr/>
        <p:txBody>
          <a:bodyPr/>
          <a:lstStyle/>
          <a:p>
            <a:fld id="{D3475259-C304-4272-8FDF-2C3F4334C8F4}" type="slidenum">
              <a:rPr lang="en-US" smtClean="0"/>
              <a:t>‹#›</a:t>
            </a:fld>
            <a:endParaRPr lang="en-US"/>
          </a:p>
        </p:txBody>
      </p:sp>
    </p:spTree>
    <p:extLst>
      <p:ext uri="{BB962C8B-B14F-4D97-AF65-F5344CB8AC3E}">
        <p14:creationId xmlns:p14="http://schemas.microsoft.com/office/powerpoint/2010/main" val="16841046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C80E349-1EC8-4780-9992-476580F4A60D}" type="datetime1">
              <a:rPr lang="en-US" smtClean="0"/>
              <a:t>2/2/2026</a:t>
            </a:fld>
            <a:endParaRPr lang="en-US"/>
          </a:p>
        </p:txBody>
      </p:sp>
      <p:sp>
        <p:nvSpPr>
          <p:cNvPr id="5" name="Footer Placeholder 4"/>
          <p:cNvSpPr>
            <a:spLocks noGrp="1"/>
          </p:cNvSpPr>
          <p:nvPr>
            <p:ph type="ftr" sz="quarter" idx="11"/>
          </p:nvPr>
        </p:nvSpPr>
        <p:spPr/>
        <p:txBody>
          <a:bodyPr/>
          <a:lstStyle/>
          <a:p>
            <a:r>
              <a:rPr lang="en-US"/>
              <a:t>Md. Abul kalam Azad, BTM, IUT</a:t>
            </a:r>
          </a:p>
        </p:txBody>
      </p:sp>
      <p:sp>
        <p:nvSpPr>
          <p:cNvPr id="6" name="Slide Number Placeholder 5"/>
          <p:cNvSpPr>
            <a:spLocks noGrp="1"/>
          </p:cNvSpPr>
          <p:nvPr>
            <p:ph type="sldNum" sz="quarter" idx="12"/>
          </p:nvPr>
        </p:nvSpPr>
        <p:spPr/>
        <p:txBody>
          <a:bodyPr/>
          <a:lstStyle/>
          <a:p>
            <a:fld id="{D3475259-C304-4272-8FDF-2C3F4334C8F4}"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0" y="6334315"/>
            <a:ext cx="9144001" cy="659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4246590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845735"/>
            <a:ext cx="370332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E9DE548-31A1-4637-B7CD-1B26111E6957}" type="datetime1">
              <a:rPr lang="en-US" smtClean="0"/>
              <a:t>2/2/2026</a:t>
            </a:fld>
            <a:endParaRPr lang="en-US"/>
          </a:p>
        </p:txBody>
      </p:sp>
      <p:sp>
        <p:nvSpPr>
          <p:cNvPr id="6" name="Footer Placeholder 5"/>
          <p:cNvSpPr>
            <a:spLocks noGrp="1"/>
          </p:cNvSpPr>
          <p:nvPr>
            <p:ph type="ftr" sz="quarter" idx="11"/>
          </p:nvPr>
        </p:nvSpPr>
        <p:spPr/>
        <p:txBody>
          <a:bodyPr/>
          <a:lstStyle/>
          <a:p>
            <a:r>
              <a:rPr lang="en-US"/>
              <a:t>Md. Abul kalam Azad, BTM, IUT</a:t>
            </a:r>
          </a:p>
        </p:txBody>
      </p:sp>
      <p:sp>
        <p:nvSpPr>
          <p:cNvPr id="7" name="Slide Number Placeholder 6"/>
          <p:cNvSpPr>
            <a:spLocks noGrp="1"/>
          </p:cNvSpPr>
          <p:nvPr>
            <p:ph type="sldNum" sz="quarter" idx="12"/>
          </p:nvPr>
        </p:nvSpPr>
        <p:spPr/>
        <p:txBody>
          <a:bodyPr/>
          <a:lstStyle/>
          <a:p>
            <a:fld id="{D3475259-C304-4272-8FDF-2C3F4334C8F4}" type="slidenum">
              <a:rPr lang="en-US" smtClean="0"/>
              <a:t>‹#›</a:t>
            </a:fld>
            <a:endParaRPr lang="en-US"/>
          </a:p>
        </p:txBody>
      </p:sp>
    </p:spTree>
    <p:extLst>
      <p:ext uri="{BB962C8B-B14F-4D97-AF65-F5344CB8AC3E}">
        <p14:creationId xmlns:p14="http://schemas.microsoft.com/office/powerpoint/2010/main" val="3270754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2960" y="2582334"/>
            <a:ext cx="370332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440" y="2582334"/>
            <a:ext cx="370332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1327EAF-827F-431B-82E4-36B8BEFCBA3A}" type="datetime1">
              <a:rPr lang="en-US" smtClean="0"/>
              <a:t>2/2/2026</a:t>
            </a:fld>
            <a:endParaRPr lang="en-US"/>
          </a:p>
        </p:txBody>
      </p:sp>
      <p:sp>
        <p:nvSpPr>
          <p:cNvPr id="8" name="Footer Placeholder 7"/>
          <p:cNvSpPr>
            <a:spLocks noGrp="1"/>
          </p:cNvSpPr>
          <p:nvPr>
            <p:ph type="ftr" sz="quarter" idx="11"/>
          </p:nvPr>
        </p:nvSpPr>
        <p:spPr/>
        <p:txBody>
          <a:bodyPr/>
          <a:lstStyle/>
          <a:p>
            <a:r>
              <a:rPr lang="en-US"/>
              <a:t>Md. Abul kalam Azad, BTM, IUT</a:t>
            </a:r>
          </a:p>
        </p:txBody>
      </p:sp>
      <p:sp>
        <p:nvSpPr>
          <p:cNvPr id="9" name="Slide Number Placeholder 8"/>
          <p:cNvSpPr>
            <a:spLocks noGrp="1"/>
          </p:cNvSpPr>
          <p:nvPr>
            <p:ph type="sldNum" sz="quarter" idx="12"/>
          </p:nvPr>
        </p:nvSpPr>
        <p:spPr/>
        <p:txBody>
          <a:bodyPr/>
          <a:lstStyle/>
          <a:p>
            <a:fld id="{D3475259-C304-4272-8FDF-2C3F4334C8F4}" type="slidenum">
              <a:rPr lang="en-US" smtClean="0"/>
              <a:t>‹#›</a:t>
            </a:fld>
            <a:endParaRPr lang="en-US"/>
          </a:p>
        </p:txBody>
      </p:sp>
    </p:spTree>
    <p:extLst>
      <p:ext uri="{BB962C8B-B14F-4D97-AF65-F5344CB8AC3E}">
        <p14:creationId xmlns:p14="http://schemas.microsoft.com/office/powerpoint/2010/main" val="29142429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3DF346A-A3C5-4392-BA54-5661F4515F64}" type="datetime1">
              <a:rPr lang="en-US" smtClean="0"/>
              <a:t>2/2/2026</a:t>
            </a:fld>
            <a:endParaRPr lang="en-US"/>
          </a:p>
        </p:txBody>
      </p:sp>
      <p:sp>
        <p:nvSpPr>
          <p:cNvPr id="4" name="Footer Placeholder 3"/>
          <p:cNvSpPr>
            <a:spLocks noGrp="1"/>
          </p:cNvSpPr>
          <p:nvPr>
            <p:ph type="ftr" sz="quarter" idx="11"/>
          </p:nvPr>
        </p:nvSpPr>
        <p:spPr/>
        <p:txBody>
          <a:bodyPr/>
          <a:lstStyle/>
          <a:p>
            <a:r>
              <a:rPr lang="en-US"/>
              <a:t>Md. Abul kalam Azad, BTM, IUT</a:t>
            </a:r>
          </a:p>
        </p:txBody>
      </p:sp>
      <p:sp>
        <p:nvSpPr>
          <p:cNvPr id="5" name="Slide Number Placeholder 4"/>
          <p:cNvSpPr>
            <a:spLocks noGrp="1"/>
          </p:cNvSpPr>
          <p:nvPr>
            <p:ph type="sldNum" sz="quarter" idx="12"/>
          </p:nvPr>
        </p:nvSpPr>
        <p:spPr/>
        <p:txBody>
          <a:bodyPr/>
          <a:lstStyle/>
          <a:p>
            <a:fld id="{D3475259-C304-4272-8FDF-2C3F4334C8F4}" type="slidenum">
              <a:rPr lang="en-US" smtClean="0"/>
              <a:t>‹#›</a:t>
            </a:fld>
            <a:endParaRPr lang="en-US"/>
          </a:p>
        </p:txBody>
      </p:sp>
    </p:spTree>
    <p:extLst>
      <p:ext uri="{BB962C8B-B14F-4D97-AF65-F5344CB8AC3E}">
        <p14:creationId xmlns:p14="http://schemas.microsoft.com/office/powerpoint/2010/main" val="149749280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305665AC-23DA-4E35-99EE-A5E26DE6E83E}" type="datetime1">
              <a:rPr lang="en-US" smtClean="0"/>
              <a:t>2/2/2026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a:t>Md. Abul kalam Azad, BTM, IUT</a:t>
            </a:r>
          </a:p>
        </p:txBody>
      </p:sp>
      <p:sp>
        <p:nvSpPr>
          <p:cNvPr id="9" name="Slide Number Placeholder 8"/>
          <p:cNvSpPr>
            <a:spLocks noGrp="1"/>
          </p:cNvSpPr>
          <p:nvPr>
            <p:ph type="sldNum" sz="quarter" idx="12"/>
          </p:nvPr>
        </p:nvSpPr>
        <p:spPr/>
        <p:txBody>
          <a:bodyPr/>
          <a:lstStyle/>
          <a:p>
            <a:fld id="{D3475259-C304-4272-8FDF-2C3F4334C8F4}" type="slidenum">
              <a:rPr lang="en-US" smtClean="0"/>
              <a:t>‹#›</a:t>
            </a:fld>
            <a:endParaRPr lang="en-US"/>
          </a:p>
        </p:txBody>
      </p:sp>
    </p:spTree>
    <p:extLst>
      <p:ext uri="{BB962C8B-B14F-4D97-AF65-F5344CB8AC3E}">
        <p14:creationId xmlns:p14="http://schemas.microsoft.com/office/powerpoint/2010/main" val="327668604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600450" y="731520"/>
            <a:ext cx="486918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74F1DCA5-4A7B-46B2-A277-A8170F49E52E}" type="datetime1">
              <a:rPr lang="en-US" smtClean="0"/>
              <a:t>2/2/2026</a:t>
            </a:fld>
            <a:endParaRPr lang="en-US"/>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r>
              <a:rPr lang="en-US"/>
              <a:t>Md. Abul kalam Azad, BTM, IUT</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3475259-C304-4272-8FDF-2C3F4334C8F4}" type="slidenum">
              <a:rPr lang="en-US" smtClean="0"/>
              <a:t>‹#›</a:t>
            </a:fld>
            <a:endParaRPr lang="en-US"/>
          </a:p>
        </p:txBody>
      </p:sp>
    </p:spTree>
    <p:extLst>
      <p:ext uri="{BB962C8B-B14F-4D97-AF65-F5344CB8AC3E}">
        <p14:creationId xmlns:p14="http://schemas.microsoft.com/office/powerpoint/2010/main" val="70032707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5234"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22960"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EB365E9-6BA8-410B-9F73-0DF6527D9163}" type="datetime1">
              <a:rPr lang="en-US" smtClean="0"/>
              <a:t>2/2/2026</a:t>
            </a:fld>
            <a:endParaRPr lang="en-US"/>
          </a:p>
        </p:txBody>
      </p:sp>
      <p:sp>
        <p:nvSpPr>
          <p:cNvPr id="6" name="Footer Placeholder 5"/>
          <p:cNvSpPr>
            <a:spLocks noGrp="1"/>
          </p:cNvSpPr>
          <p:nvPr>
            <p:ph type="ftr" sz="quarter" idx="11"/>
          </p:nvPr>
        </p:nvSpPr>
        <p:spPr/>
        <p:txBody>
          <a:bodyPr/>
          <a:lstStyle/>
          <a:p>
            <a:r>
              <a:rPr lang="en-US"/>
              <a:t>Md. Abul kalam Azad, BTM, IUT</a:t>
            </a:r>
          </a:p>
        </p:txBody>
      </p:sp>
      <p:sp>
        <p:nvSpPr>
          <p:cNvPr id="7" name="Slide Number Placeholder 6"/>
          <p:cNvSpPr>
            <a:spLocks noGrp="1"/>
          </p:cNvSpPr>
          <p:nvPr>
            <p:ph type="sldNum" sz="quarter" idx="12"/>
          </p:nvPr>
        </p:nvSpPr>
        <p:spPr/>
        <p:txBody>
          <a:bodyPr/>
          <a:lstStyle/>
          <a:p>
            <a:fld id="{D3475259-C304-4272-8FDF-2C3F4334C8F4}" type="slidenum">
              <a:rPr lang="en-US" smtClean="0"/>
              <a:t>‹#›</a:t>
            </a:fld>
            <a:endParaRPr lang="en-US"/>
          </a:p>
        </p:txBody>
      </p:sp>
    </p:spTree>
    <p:extLst>
      <p:ext uri="{BB962C8B-B14F-4D97-AF65-F5344CB8AC3E}">
        <p14:creationId xmlns:p14="http://schemas.microsoft.com/office/powerpoint/2010/main" val="187610166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81D3BE2-C245-4DC0-B36D-195356D7D927}" type="datetime1">
              <a:rPr lang="en-US" smtClean="0"/>
              <a:t>2/2/2026</a:t>
            </a:fld>
            <a:endParaRPr lang="en-US"/>
          </a:p>
        </p:txBody>
      </p:sp>
      <p:sp>
        <p:nvSpPr>
          <p:cNvPr id="5" name="Footer Placeholder 4"/>
          <p:cNvSpPr>
            <a:spLocks noGrp="1"/>
          </p:cNvSpPr>
          <p:nvPr>
            <p:ph type="ftr" sz="quarter" idx="11"/>
          </p:nvPr>
        </p:nvSpPr>
        <p:spPr/>
        <p:txBody>
          <a:bodyPr/>
          <a:lstStyle/>
          <a:p>
            <a:r>
              <a:rPr lang="en-US"/>
              <a:t>Md. Abul kalam Azad, BTM, IUT</a:t>
            </a:r>
          </a:p>
        </p:txBody>
      </p:sp>
      <p:sp>
        <p:nvSpPr>
          <p:cNvPr id="6" name="Slide Number Placeholder 5"/>
          <p:cNvSpPr>
            <a:spLocks noGrp="1"/>
          </p:cNvSpPr>
          <p:nvPr>
            <p:ph type="sldNum" sz="quarter" idx="12"/>
          </p:nvPr>
        </p:nvSpPr>
        <p:spPr/>
        <p:txBody>
          <a:bodyPr/>
          <a:lstStyle/>
          <a:p>
            <a:fld id="{D3475259-C304-4272-8FDF-2C3F4334C8F4}" type="slidenum">
              <a:rPr lang="en-US" smtClean="0"/>
              <a:t>‹#›</a:t>
            </a:fld>
            <a:endParaRPr lang="en-US"/>
          </a:p>
        </p:txBody>
      </p:sp>
    </p:spTree>
    <p:extLst>
      <p:ext uri="{BB962C8B-B14F-4D97-AF65-F5344CB8AC3E}">
        <p14:creationId xmlns:p14="http://schemas.microsoft.com/office/powerpoint/2010/main" val="212136163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3989"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2302"/>
            <a:ext cx="1971675"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2302"/>
            <a:ext cx="5800725"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F961B6D-1E44-4339-9749-42EB214C701C}" type="datetime1">
              <a:rPr lang="en-US" smtClean="0"/>
              <a:t>2/2/2026</a:t>
            </a:fld>
            <a:endParaRPr lang="en-US"/>
          </a:p>
        </p:txBody>
      </p:sp>
      <p:sp>
        <p:nvSpPr>
          <p:cNvPr id="5" name="Footer Placeholder 4"/>
          <p:cNvSpPr>
            <a:spLocks noGrp="1"/>
          </p:cNvSpPr>
          <p:nvPr>
            <p:ph type="ftr" sz="quarter" idx="11"/>
          </p:nvPr>
        </p:nvSpPr>
        <p:spPr/>
        <p:txBody>
          <a:bodyPr/>
          <a:lstStyle/>
          <a:p>
            <a:r>
              <a:rPr lang="en-US"/>
              <a:t>Md. Abul kalam Azad, BTM, IUT</a:t>
            </a:r>
          </a:p>
        </p:txBody>
      </p:sp>
      <p:sp>
        <p:nvSpPr>
          <p:cNvPr id="6" name="Slide Number Placeholder 5"/>
          <p:cNvSpPr>
            <a:spLocks noGrp="1"/>
          </p:cNvSpPr>
          <p:nvPr>
            <p:ph type="sldNum" sz="quarter" idx="12"/>
          </p:nvPr>
        </p:nvSpPr>
        <p:spPr/>
        <p:txBody>
          <a:bodyPr/>
          <a:lstStyle/>
          <a:p>
            <a:fld id="{D3475259-C304-4272-8FDF-2C3F4334C8F4}" type="slidenum">
              <a:rPr lang="en-US" smtClean="0"/>
              <a:t>‹#›</a:t>
            </a:fld>
            <a:endParaRPr lang="en-US"/>
          </a:p>
        </p:txBody>
      </p:sp>
    </p:spTree>
    <p:extLst>
      <p:ext uri="{BB962C8B-B14F-4D97-AF65-F5344CB8AC3E}">
        <p14:creationId xmlns:p14="http://schemas.microsoft.com/office/powerpoint/2010/main" val="160375969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66442" y="1447801"/>
            <a:ext cx="662096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866442" y="4777380"/>
            <a:ext cx="662096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820A2AB-D6C4-4481-8258-96947E679F7B}" type="datetime1">
              <a:rPr lang="en-US" smtClean="0"/>
              <a:t>2/2/2026</a:t>
            </a:fld>
            <a:endParaRPr lang="en-US"/>
          </a:p>
        </p:txBody>
      </p:sp>
      <p:sp>
        <p:nvSpPr>
          <p:cNvPr id="5" name="Footer Placeholder 4"/>
          <p:cNvSpPr>
            <a:spLocks noGrp="1"/>
          </p:cNvSpPr>
          <p:nvPr>
            <p:ph type="ftr" sz="quarter" idx="11"/>
          </p:nvPr>
        </p:nvSpPr>
        <p:spPr/>
        <p:txBody>
          <a:bodyPr/>
          <a:lstStyle/>
          <a:p>
            <a:r>
              <a:rPr lang="en-US"/>
              <a:t>Md. Abul kalam Azad, BTM, IUT</a:t>
            </a:r>
          </a:p>
        </p:txBody>
      </p:sp>
      <p:sp>
        <p:nvSpPr>
          <p:cNvPr id="6" name="Slide Number Placeholder 5"/>
          <p:cNvSpPr>
            <a:spLocks noGrp="1"/>
          </p:cNvSpPr>
          <p:nvPr>
            <p:ph type="sldNum" sz="quarter" idx="12"/>
          </p:nvPr>
        </p:nvSpPr>
        <p:spPr/>
        <p:txBody>
          <a:bodyPr/>
          <a:lstStyle/>
          <a:p>
            <a:fld id="{D3475259-C304-4272-8FDF-2C3F4334C8F4}" type="slidenum">
              <a:rPr lang="en-US" smtClean="0"/>
              <a:t>‹#›</a:t>
            </a:fld>
            <a:endParaRPr lang="en-US"/>
          </a:p>
        </p:txBody>
      </p:sp>
    </p:spTree>
    <p:extLst>
      <p:ext uri="{BB962C8B-B14F-4D97-AF65-F5344CB8AC3E}">
        <p14:creationId xmlns:p14="http://schemas.microsoft.com/office/powerpoint/2010/main" val="163178390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1C26E746-3AE6-49E4-AA33-FACB3B1AE887}" type="datetime1">
              <a:rPr lang="en-US" smtClean="0"/>
              <a:t>2/2/2026</a:t>
            </a:fld>
            <a:endParaRPr lang="en-US"/>
          </a:p>
        </p:txBody>
      </p:sp>
      <p:sp>
        <p:nvSpPr>
          <p:cNvPr id="5" name="Footer Placeholder 4"/>
          <p:cNvSpPr>
            <a:spLocks noGrp="1"/>
          </p:cNvSpPr>
          <p:nvPr>
            <p:ph type="ftr" sz="quarter" idx="11"/>
          </p:nvPr>
        </p:nvSpPr>
        <p:spPr/>
        <p:txBody>
          <a:bodyPr/>
          <a:lstStyle/>
          <a:p>
            <a:r>
              <a:rPr lang="en-US"/>
              <a:t>Md. Abul kalam Azad, BTM, IUT</a:t>
            </a:r>
          </a:p>
        </p:txBody>
      </p:sp>
      <p:sp>
        <p:nvSpPr>
          <p:cNvPr id="6" name="Slide Number Placeholder 5"/>
          <p:cNvSpPr>
            <a:spLocks noGrp="1"/>
          </p:cNvSpPr>
          <p:nvPr>
            <p:ph type="sldNum" sz="quarter" idx="12"/>
          </p:nvPr>
        </p:nvSpPr>
        <p:spPr/>
        <p:txBody>
          <a:bodyPr/>
          <a:lstStyle/>
          <a:p>
            <a:fld id="{D3475259-C304-4272-8FDF-2C3F4334C8F4}" type="slidenum">
              <a:rPr lang="en-US" smtClean="0"/>
              <a:t>‹#›</a:t>
            </a:fld>
            <a:endParaRPr lang="en-US"/>
          </a:p>
        </p:txBody>
      </p:sp>
    </p:spTree>
    <p:extLst>
      <p:ext uri="{BB962C8B-B14F-4D97-AF65-F5344CB8AC3E}">
        <p14:creationId xmlns:p14="http://schemas.microsoft.com/office/powerpoint/2010/main" val="331973367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66443" y="2861734"/>
            <a:ext cx="662096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C80E349-1EC8-4780-9992-476580F4A60D}" type="datetime1">
              <a:rPr lang="en-US" smtClean="0"/>
              <a:t>2/2/2026</a:t>
            </a:fld>
            <a:endParaRPr lang="en-US"/>
          </a:p>
        </p:txBody>
      </p:sp>
      <p:sp>
        <p:nvSpPr>
          <p:cNvPr id="5" name="Footer Placeholder 4"/>
          <p:cNvSpPr>
            <a:spLocks noGrp="1"/>
          </p:cNvSpPr>
          <p:nvPr>
            <p:ph type="ftr" sz="quarter" idx="11"/>
          </p:nvPr>
        </p:nvSpPr>
        <p:spPr/>
        <p:txBody>
          <a:bodyPr/>
          <a:lstStyle/>
          <a:p>
            <a:r>
              <a:rPr lang="en-US"/>
              <a:t>Md. Abul kalam Azad, BTM, IUT</a:t>
            </a:r>
          </a:p>
        </p:txBody>
      </p:sp>
      <p:sp>
        <p:nvSpPr>
          <p:cNvPr id="6" name="Slide Number Placeholder 5"/>
          <p:cNvSpPr>
            <a:spLocks noGrp="1"/>
          </p:cNvSpPr>
          <p:nvPr>
            <p:ph type="sldNum" sz="quarter" idx="12"/>
          </p:nvPr>
        </p:nvSpPr>
        <p:spPr/>
        <p:txBody>
          <a:bodyPr/>
          <a:lstStyle/>
          <a:p>
            <a:fld id="{D3475259-C304-4272-8FDF-2C3F4334C8F4}" type="slidenum">
              <a:rPr lang="en-US" smtClean="0"/>
              <a:t>‹#›</a:t>
            </a:fld>
            <a:endParaRPr lang="en-US"/>
          </a:p>
        </p:txBody>
      </p:sp>
    </p:spTree>
    <p:extLst>
      <p:ext uri="{BB962C8B-B14F-4D97-AF65-F5344CB8AC3E}">
        <p14:creationId xmlns:p14="http://schemas.microsoft.com/office/powerpoint/2010/main" val="295325555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27700" y="2060576"/>
            <a:ext cx="3298113"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241975" y="2056093"/>
            <a:ext cx="3298115"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E9DE548-31A1-4637-B7CD-1B26111E6957}" type="datetime1">
              <a:rPr lang="en-US" smtClean="0"/>
              <a:t>2/2/2026</a:t>
            </a:fld>
            <a:endParaRPr lang="en-US"/>
          </a:p>
        </p:txBody>
      </p:sp>
      <p:sp>
        <p:nvSpPr>
          <p:cNvPr id="6" name="Footer Placeholder 5"/>
          <p:cNvSpPr>
            <a:spLocks noGrp="1"/>
          </p:cNvSpPr>
          <p:nvPr>
            <p:ph type="ftr" sz="quarter" idx="11"/>
          </p:nvPr>
        </p:nvSpPr>
        <p:spPr/>
        <p:txBody>
          <a:bodyPr/>
          <a:lstStyle/>
          <a:p>
            <a:r>
              <a:rPr lang="en-US"/>
              <a:t>Md. Abul kalam Azad, BTM, IUT</a:t>
            </a:r>
          </a:p>
        </p:txBody>
      </p:sp>
      <p:sp>
        <p:nvSpPr>
          <p:cNvPr id="7" name="Slide Number Placeholder 6"/>
          <p:cNvSpPr>
            <a:spLocks noGrp="1"/>
          </p:cNvSpPr>
          <p:nvPr>
            <p:ph type="sldNum" sz="quarter" idx="12"/>
          </p:nvPr>
        </p:nvSpPr>
        <p:spPr/>
        <p:txBody>
          <a:bodyPr/>
          <a:lstStyle/>
          <a:p>
            <a:fld id="{D3475259-C304-4272-8FDF-2C3F4334C8F4}" type="slidenum">
              <a:rPr lang="en-US" smtClean="0"/>
              <a:t>‹#›</a:t>
            </a:fld>
            <a:endParaRPr lang="en-US"/>
          </a:p>
        </p:txBody>
      </p:sp>
    </p:spTree>
    <p:extLst>
      <p:ext uri="{BB962C8B-B14F-4D97-AF65-F5344CB8AC3E}">
        <p14:creationId xmlns:p14="http://schemas.microsoft.com/office/powerpoint/2010/main" val="117014727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27700" y="1905000"/>
            <a:ext cx="32981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7700"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241976" y="1905000"/>
            <a:ext cx="3298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241976"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1327EAF-827F-431B-82E4-36B8BEFCBA3A}" type="datetime1">
              <a:rPr lang="en-US" smtClean="0"/>
              <a:t>2/2/2026</a:t>
            </a:fld>
            <a:endParaRPr lang="en-US"/>
          </a:p>
        </p:txBody>
      </p:sp>
      <p:sp>
        <p:nvSpPr>
          <p:cNvPr id="8" name="Footer Placeholder 7"/>
          <p:cNvSpPr>
            <a:spLocks noGrp="1"/>
          </p:cNvSpPr>
          <p:nvPr>
            <p:ph type="ftr" sz="quarter" idx="11"/>
          </p:nvPr>
        </p:nvSpPr>
        <p:spPr/>
        <p:txBody>
          <a:bodyPr/>
          <a:lstStyle/>
          <a:p>
            <a:r>
              <a:rPr lang="en-US"/>
              <a:t>Md. Abul kalam Azad, BTM, IUT</a:t>
            </a:r>
          </a:p>
        </p:txBody>
      </p:sp>
      <p:sp>
        <p:nvSpPr>
          <p:cNvPr id="9" name="Slide Number Placeholder 8"/>
          <p:cNvSpPr>
            <a:spLocks noGrp="1"/>
          </p:cNvSpPr>
          <p:nvPr>
            <p:ph type="sldNum" sz="quarter" idx="12"/>
          </p:nvPr>
        </p:nvSpPr>
        <p:spPr/>
        <p:txBody>
          <a:bodyPr/>
          <a:lstStyle/>
          <a:p>
            <a:fld id="{D3475259-C304-4272-8FDF-2C3F4334C8F4}" type="slidenum">
              <a:rPr lang="en-US" smtClean="0"/>
              <a:t>‹#›</a:t>
            </a:fld>
            <a:endParaRPr lang="en-US"/>
          </a:p>
        </p:txBody>
      </p:sp>
    </p:spTree>
    <p:extLst>
      <p:ext uri="{BB962C8B-B14F-4D97-AF65-F5344CB8AC3E}">
        <p14:creationId xmlns:p14="http://schemas.microsoft.com/office/powerpoint/2010/main" val="70999539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23DF346A-A3C5-4392-BA54-5661F4515F64}" type="datetime1">
              <a:rPr lang="en-US" smtClean="0"/>
              <a:t>2/2/2026</a:t>
            </a:fld>
            <a:endParaRPr lang="en-US"/>
          </a:p>
        </p:txBody>
      </p:sp>
      <p:sp>
        <p:nvSpPr>
          <p:cNvPr id="5" name="Footer Placeholder 3"/>
          <p:cNvSpPr>
            <a:spLocks noGrp="1"/>
          </p:cNvSpPr>
          <p:nvPr>
            <p:ph type="ftr" sz="quarter" idx="11"/>
          </p:nvPr>
        </p:nvSpPr>
        <p:spPr/>
        <p:txBody>
          <a:bodyPr/>
          <a:lstStyle/>
          <a:p>
            <a:r>
              <a:rPr lang="en-US"/>
              <a:t>Md. Abul kalam Azad, BTM, IUT</a:t>
            </a:r>
          </a:p>
        </p:txBody>
      </p:sp>
      <p:sp>
        <p:nvSpPr>
          <p:cNvPr id="6" name="Slide Number Placeholder 4"/>
          <p:cNvSpPr>
            <a:spLocks noGrp="1"/>
          </p:cNvSpPr>
          <p:nvPr>
            <p:ph type="sldNum" sz="quarter" idx="12"/>
          </p:nvPr>
        </p:nvSpPr>
        <p:spPr/>
        <p:txBody>
          <a:bodyPr/>
          <a:lstStyle/>
          <a:p>
            <a:fld id="{D3475259-C304-4272-8FDF-2C3F4334C8F4}" type="slidenum">
              <a:rPr lang="en-US" smtClean="0"/>
              <a:t>‹#›</a:t>
            </a:fld>
            <a:endParaRPr lang="en-US"/>
          </a:p>
        </p:txBody>
      </p:sp>
    </p:spTree>
    <p:extLst>
      <p:ext uri="{BB962C8B-B14F-4D97-AF65-F5344CB8AC3E}">
        <p14:creationId xmlns:p14="http://schemas.microsoft.com/office/powerpoint/2010/main" val="236295397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305665AC-23DA-4E35-99EE-A5E26DE6E83E}" type="datetime1">
              <a:rPr lang="en-US" smtClean="0"/>
              <a:t>2/2/2026</a:t>
            </a:fld>
            <a:endParaRPr lang="en-US"/>
          </a:p>
        </p:txBody>
      </p:sp>
      <p:sp>
        <p:nvSpPr>
          <p:cNvPr id="5" name="Footer Placeholder 2"/>
          <p:cNvSpPr>
            <a:spLocks noGrp="1"/>
          </p:cNvSpPr>
          <p:nvPr>
            <p:ph type="ftr" sz="quarter" idx="11"/>
          </p:nvPr>
        </p:nvSpPr>
        <p:spPr/>
        <p:txBody>
          <a:bodyPr/>
          <a:lstStyle/>
          <a:p>
            <a:r>
              <a:rPr lang="en-US"/>
              <a:t>Md. Abul kalam Azad, BTM, IUT</a:t>
            </a:r>
          </a:p>
        </p:txBody>
      </p:sp>
      <p:sp>
        <p:nvSpPr>
          <p:cNvPr id="6" name="Slide Number Placeholder 3"/>
          <p:cNvSpPr>
            <a:spLocks noGrp="1"/>
          </p:cNvSpPr>
          <p:nvPr>
            <p:ph type="sldNum" sz="quarter" idx="12"/>
          </p:nvPr>
        </p:nvSpPr>
        <p:spPr/>
        <p:txBody>
          <a:bodyPr/>
          <a:lstStyle/>
          <a:p>
            <a:fld id="{D3475259-C304-4272-8FDF-2C3F4334C8F4}" type="slidenum">
              <a:rPr lang="en-US" smtClean="0"/>
              <a:t>‹#›</a:t>
            </a:fld>
            <a:endParaRPr lang="en-US"/>
          </a:p>
        </p:txBody>
      </p:sp>
    </p:spTree>
    <p:extLst>
      <p:ext uri="{BB962C8B-B14F-4D97-AF65-F5344CB8AC3E}">
        <p14:creationId xmlns:p14="http://schemas.microsoft.com/office/powerpoint/2010/main" val="247980313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1" y="1447800"/>
            <a:ext cx="2551462"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3589397" y="1447800"/>
            <a:ext cx="3898013"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6441" y="3129281"/>
            <a:ext cx="2551462"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74F1DCA5-4A7B-46B2-A277-A8170F49E52E}" type="datetime1">
              <a:rPr lang="en-US" smtClean="0"/>
              <a:t>2/2/2026</a:t>
            </a:fld>
            <a:endParaRPr lang="en-US"/>
          </a:p>
        </p:txBody>
      </p:sp>
      <p:sp>
        <p:nvSpPr>
          <p:cNvPr id="5" name="Footer Placeholder 5"/>
          <p:cNvSpPr>
            <a:spLocks noGrp="1"/>
          </p:cNvSpPr>
          <p:nvPr>
            <p:ph type="ftr" sz="quarter" idx="11"/>
          </p:nvPr>
        </p:nvSpPr>
        <p:spPr/>
        <p:txBody>
          <a:bodyPr/>
          <a:lstStyle/>
          <a:p>
            <a:r>
              <a:rPr lang="en-US"/>
              <a:t>Md. Abul kalam Azad, BTM, IUT</a:t>
            </a:r>
          </a:p>
        </p:txBody>
      </p:sp>
      <p:sp>
        <p:nvSpPr>
          <p:cNvPr id="6" name="Slide Number Placeholder 6"/>
          <p:cNvSpPr>
            <a:spLocks noGrp="1"/>
          </p:cNvSpPr>
          <p:nvPr>
            <p:ph type="sldNum" sz="quarter" idx="12"/>
          </p:nvPr>
        </p:nvSpPr>
        <p:spPr/>
        <p:txBody>
          <a:bodyPr/>
          <a:lstStyle/>
          <a:p>
            <a:fld id="{D3475259-C304-4272-8FDF-2C3F4334C8F4}" type="slidenum">
              <a:rPr lang="en-US" smtClean="0"/>
              <a:t>‹#›</a:t>
            </a:fld>
            <a:endParaRPr lang="en-US"/>
          </a:p>
        </p:txBody>
      </p:sp>
    </p:spTree>
    <p:extLst>
      <p:ext uri="{BB962C8B-B14F-4D97-AF65-F5344CB8AC3E}">
        <p14:creationId xmlns:p14="http://schemas.microsoft.com/office/powerpoint/2010/main" val="395893532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5656" y="1854192"/>
            <a:ext cx="3820674"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213517" y="1143000"/>
            <a:ext cx="2400925"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66441" y="3657600"/>
            <a:ext cx="3814728"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EB365E9-6BA8-410B-9F73-0DF6527D9163}" type="datetime1">
              <a:rPr lang="en-US" smtClean="0"/>
              <a:t>2/2/2026</a:t>
            </a:fld>
            <a:endParaRPr lang="en-US"/>
          </a:p>
        </p:txBody>
      </p:sp>
      <p:sp>
        <p:nvSpPr>
          <p:cNvPr id="6" name="Footer Placeholder 5"/>
          <p:cNvSpPr>
            <a:spLocks noGrp="1"/>
          </p:cNvSpPr>
          <p:nvPr>
            <p:ph type="ftr" sz="quarter" idx="11"/>
          </p:nvPr>
        </p:nvSpPr>
        <p:spPr/>
        <p:txBody>
          <a:bodyPr/>
          <a:lstStyle/>
          <a:p>
            <a:r>
              <a:rPr lang="en-US"/>
              <a:t>Md. Abul kalam Azad, BTM, IUT</a:t>
            </a:r>
          </a:p>
        </p:txBody>
      </p:sp>
      <p:sp>
        <p:nvSpPr>
          <p:cNvPr id="7" name="Slide Number Placeholder 6"/>
          <p:cNvSpPr>
            <a:spLocks noGrp="1"/>
          </p:cNvSpPr>
          <p:nvPr>
            <p:ph type="sldNum" sz="quarter" idx="12"/>
          </p:nvPr>
        </p:nvSpPr>
        <p:spPr/>
        <p:txBody>
          <a:bodyPr/>
          <a:lstStyle/>
          <a:p>
            <a:fld id="{D3475259-C304-4272-8FDF-2C3F4334C8F4}" type="slidenum">
              <a:rPr lang="en-US" smtClean="0"/>
              <a:t>‹#›</a:t>
            </a:fld>
            <a:endParaRPr lang="en-US"/>
          </a:p>
        </p:txBody>
      </p:sp>
    </p:spTree>
    <p:extLst>
      <p:ext uri="{BB962C8B-B14F-4D97-AF65-F5344CB8AC3E}">
        <p14:creationId xmlns:p14="http://schemas.microsoft.com/office/powerpoint/2010/main" val="36877034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3" y="4800587"/>
            <a:ext cx="66209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442" y="685800"/>
            <a:ext cx="662096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66443" y="5367325"/>
            <a:ext cx="662096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4C0C3CB-12E4-49D2-8E48-91D4DBD88C28}" type="datetime1">
              <a:rPr lang="en-US" smtClean="0"/>
              <a:t>2/2/2026</a:t>
            </a:fld>
            <a:endParaRPr lang="en-US"/>
          </a:p>
        </p:txBody>
      </p:sp>
      <p:sp>
        <p:nvSpPr>
          <p:cNvPr id="6" name="Footer Placeholder 5"/>
          <p:cNvSpPr>
            <a:spLocks noGrp="1"/>
          </p:cNvSpPr>
          <p:nvPr>
            <p:ph type="ftr" sz="quarter" idx="11"/>
          </p:nvPr>
        </p:nvSpPr>
        <p:spPr/>
        <p:txBody>
          <a:bodyPr/>
          <a:lstStyle/>
          <a:p>
            <a:r>
              <a:rPr lang="en-US"/>
              <a:t>Md. Abul kalam Azad, BTM, IUT</a:t>
            </a:r>
          </a:p>
        </p:txBody>
      </p:sp>
      <p:sp>
        <p:nvSpPr>
          <p:cNvPr id="7" name="Slide Number Placeholder 6"/>
          <p:cNvSpPr>
            <a:spLocks noGrp="1"/>
          </p:cNvSpPr>
          <p:nvPr>
            <p:ph type="sldNum" sz="quarter" idx="12"/>
          </p:nvPr>
        </p:nvSpPr>
        <p:spPr/>
        <p:txBody>
          <a:bodyPr/>
          <a:lstStyle/>
          <a:p>
            <a:fld id="{D3475259-C304-4272-8FDF-2C3F4334C8F4}" type="slidenum">
              <a:rPr lang="en-US" smtClean="0"/>
              <a:t>‹#›</a:t>
            </a:fld>
            <a:endParaRPr lang="en-US"/>
          </a:p>
        </p:txBody>
      </p:sp>
    </p:spTree>
    <p:extLst>
      <p:ext uri="{BB962C8B-B14F-4D97-AF65-F5344CB8AC3E}">
        <p14:creationId xmlns:p14="http://schemas.microsoft.com/office/powerpoint/2010/main" val="3644854763"/>
      </p:ext>
    </p:extLst>
  </p:cSld>
  <p:clrMapOvr>
    <a:masterClrMapping/>
  </p:clrMapOvr>
  <p:hf hdr="0" ftr="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2" y="1447800"/>
            <a:ext cx="6620968"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866442" y="3657600"/>
            <a:ext cx="6620968"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4C0C3CB-12E4-49D2-8E48-91D4DBD88C28}" type="datetime1">
              <a:rPr lang="en-US" smtClean="0"/>
              <a:t>2/2/2026</a:t>
            </a:fld>
            <a:endParaRPr lang="en-US"/>
          </a:p>
        </p:txBody>
      </p:sp>
      <p:sp>
        <p:nvSpPr>
          <p:cNvPr id="5" name="Footer Placeholder 4"/>
          <p:cNvSpPr>
            <a:spLocks noGrp="1"/>
          </p:cNvSpPr>
          <p:nvPr>
            <p:ph type="ftr" sz="quarter" idx="11"/>
          </p:nvPr>
        </p:nvSpPr>
        <p:spPr/>
        <p:txBody>
          <a:bodyPr/>
          <a:lstStyle/>
          <a:p>
            <a:r>
              <a:rPr lang="en-US"/>
              <a:t>Md. Abul kalam Azad, BTM, IUT</a:t>
            </a:r>
          </a:p>
        </p:txBody>
      </p:sp>
      <p:sp>
        <p:nvSpPr>
          <p:cNvPr id="6" name="Slide Number Placeholder 5"/>
          <p:cNvSpPr>
            <a:spLocks noGrp="1"/>
          </p:cNvSpPr>
          <p:nvPr>
            <p:ph type="sldNum" sz="quarter" idx="12"/>
          </p:nvPr>
        </p:nvSpPr>
        <p:spPr/>
        <p:txBody>
          <a:bodyPr/>
          <a:lstStyle/>
          <a:p>
            <a:fld id="{D3475259-C304-4272-8FDF-2C3F4334C8F4}" type="slidenum">
              <a:rPr lang="en-US" smtClean="0"/>
              <a:t>‹#›</a:t>
            </a:fld>
            <a:endParaRPr lang="en-US"/>
          </a:p>
        </p:txBody>
      </p:sp>
    </p:spTree>
    <p:extLst>
      <p:ext uri="{BB962C8B-B14F-4D97-AF65-F5344CB8AC3E}">
        <p14:creationId xmlns:p14="http://schemas.microsoft.com/office/powerpoint/2010/main" val="3312275014"/>
      </p:ext>
    </p:extLst>
  </p:cSld>
  <p:clrMapOvr>
    <a:masterClrMapping/>
  </p:clrMapOvr>
  <p:hf hdr="0" ftr="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81409" y="1447800"/>
            <a:ext cx="6001049"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448177" y="3771174"/>
            <a:ext cx="546115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866442" y="4350657"/>
            <a:ext cx="6620968"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4C0C3CB-12E4-49D2-8E48-91D4DBD88C28}" type="datetime1">
              <a:rPr lang="en-US" smtClean="0"/>
              <a:t>2/2/2026</a:t>
            </a:fld>
            <a:endParaRPr lang="en-US"/>
          </a:p>
        </p:txBody>
      </p:sp>
      <p:sp>
        <p:nvSpPr>
          <p:cNvPr id="5" name="Footer Placeholder 4"/>
          <p:cNvSpPr>
            <a:spLocks noGrp="1"/>
          </p:cNvSpPr>
          <p:nvPr>
            <p:ph type="ftr" sz="quarter" idx="11"/>
          </p:nvPr>
        </p:nvSpPr>
        <p:spPr/>
        <p:txBody>
          <a:bodyPr/>
          <a:lstStyle/>
          <a:p>
            <a:r>
              <a:rPr lang="en-US"/>
              <a:t>Md. Abul kalam Azad, BTM, IUT</a:t>
            </a:r>
          </a:p>
        </p:txBody>
      </p:sp>
      <p:sp>
        <p:nvSpPr>
          <p:cNvPr id="6" name="Slide Number Placeholder 5"/>
          <p:cNvSpPr>
            <a:spLocks noGrp="1"/>
          </p:cNvSpPr>
          <p:nvPr>
            <p:ph type="sldNum" sz="quarter" idx="12"/>
          </p:nvPr>
        </p:nvSpPr>
        <p:spPr/>
        <p:txBody>
          <a:bodyPr/>
          <a:lstStyle/>
          <a:p>
            <a:fld id="{D3475259-C304-4272-8FDF-2C3F4334C8F4}" type="slidenum">
              <a:rPr lang="en-US" smtClean="0"/>
              <a:t>‹#›</a:t>
            </a:fld>
            <a:endParaRPr lang="en-US"/>
          </a:p>
        </p:txBody>
      </p:sp>
      <p:sp>
        <p:nvSpPr>
          <p:cNvPr id="12" name="TextBox 11"/>
          <p:cNvSpPr txBox="1"/>
          <p:nvPr/>
        </p:nvSpPr>
        <p:spPr>
          <a:xfrm>
            <a:off x="673897" y="971253"/>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
        <p:nvSpPr>
          <p:cNvPr id="15" name="TextBox 14"/>
          <p:cNvSpPr txBox="1"/>
          <p:nvPr/>
        </p:nvSpPr>
        <p:spPr>
          <a:xfrm>
            <a:off x="6999690" y="2613787"/>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Tree>
    <p:extLst>
      <p:ext uri="{BB962C8B-B14F-4D97-AF65-F5344CB8AC3E}">
        <p14:creationId xmlns:p14="http://schemas.microsoft.com/office/powerpoint/2010/main" val="420815362"/>
      </p:ext>
    </p:extLst>
  </p:cSld>
  <p:clrMapOvr>
    <a:masterClrMapping/>
  </p:clrMapOvr>
  <p:hf hdr="0" ftr="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66441" y="3124201"/>
            <a:ext cx="6620969"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4C0C3CB-12E4-49D2-8E48-91D4DBD88C28}" type="datetime1">
              <a:rPr lang="en-US" smtClean="0"/>
              <a:t>2/2/2026</a:t>
            </a:fld>
            <a:endParaRPr lang="en-US"/>
          </a:p>
        </p:txBody>
      </p:sp>
      <p:sp>
        <p:nvSpPr>
          <p:cNvPr id="5" name="Footer Placeholder 4"/>
          <p:cNvSpPr>
            <a:spLocks noGrp="1"/>
          </p:cNvSpPr>
          <p:nvPr>
            <p:ph type="ftr" sz="quarter" idx="11"/>
          </p:nvPr>
        </p:nvSpPr>
        <p:spPr/>
        <p:txBody>
          <a:bodyPr/>
          <a:lstStyle/>
          <a:p>
            <a:r>
              <a:rPr lang="en-US"/>
              <a:t>Md. Abul kalam Azad, BTM, IUT</a:t>
            </a:r>
          </a:p>
        </p:txBody>
      </p:sp>
      <p:sp>
        <p:nvSpPr>
          <p:cNvPr id="6" name="Slide Number Placeholder 5"/>
          <p:cNvSpPr>
            <a:spLocks noGrp="1"/>
          </p:cNvSpPr>
          <p:nvPr>
            <p:ph type="sldNum" sz="quarter" idx="12"/>
          </p:nvPr>
        </p:nvSpPr>
        <p:spPr/>
        <p:txBody>
          <a:bodyPr/>
          <a:lstStyle/>
          <a:p>
            <a:fld id="{D3475259-C304-4272-8FDF-2C3F4334C8F4}" type="slidenum">
              <a:rPr lang="en-US" smtClean="0"/>
              <a:t>‹#›</a:t>
            </a:fld>
            <a:endParaRPr lang="en-US"/>
          </a:p>
        </p:txBody>
      </p:sp>
    </p:spTree>
    <p:extLst>
      <p:ext uri="{BB962C8B-B14F-4D97-AF65-F5344CB8AC3E}">
        <p14:creationId xmlns:p14="http://schemas.microsoft.com/office/powerpoint/2010/main" val="1855066238"/>
      </p:ext>
    </p:extLst>
  </p:cSld>
  <p:clrMapOvr>
    <a:masterClrMapping/>
  </p:clrMapOvr>
  <p:hf hdr="0" ftr="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474834" y="1981200"/>
            <a:ext cx="22107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489475" y="2667000"/>
            <a:ext cx="219608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2913504" y="1981200"/>
            <a:ext cx="2202754"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2905586" y="2667000"/>
            <a:ext cx="2210671"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344917" y="1981200"/>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5344917" y="2667000"/>
            <a:ext cx="2199658"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4C0C3CB-12E4-49D2-8E48-91D4DBD88C28}" type="datetime1">
              <a:rPr lang="en-US" smtClean="0"/>
              <a:t>2/2/2026</a:t>
            </a:fld>
            <a:endParaRPr lang="en-US"/>
          </a:p>
        </p:txBody>
      </p:sp>
      <p:sp>
        <p:nvSpPr>
          <p:cNvPr id="4" name="Footer Placeholder 4"/>
          <p:cNvSpPr>
            <a:spLocks noGrp="1"/>
          </p:cNvSpPr>
          <p:nvPr>
            <p:ph type="ftr" sz="quarter" idx="11"/>
          </p:nvPr>
        </p:nvSpPr>
        <p:spPr/>
        <p:txBody>
          <a:bodyPr/>
          <a:lstStyle/>
          <a:p>
            <a:r>
              <a:rPr lang="en-US"/>
              <a:t>Md. Abul kalam Azad, BTM, IUT</a:t>
            </a:r>
          </a:p>
        </p:txBody>
      </p:sp>
      <p:sp>
        <p:nvSpPr>
          <p:cNvPr id="6" name="Slide Number Placeholder 5"/>
          <p:cNvSpPr>
            <a:spLocks noGrp="1"/>
          </p:cNvSpPr>
          <p:nvPr>
            <p:ph type="sldNum" sz="quarter" idx="12"/>
          </p:nvPr>
        </p:nvSpPr>
        <p:spPr/>
        <p:txBody>
          <a:bodyPr/>
          <a:lstStyle/>
          <a:p>
            <a:fld id="{D3475259-C304-4272-8FDF-2C3F4334C8F4}" type="slidenum">
              <a:rPr lang="en-US" smtClean="0"/>
              <a:t>‹#›</a:t>
            </a:fld>
            <a:endParaRPr lang="en-US"/>
          </a:p>
        </p:txBody>
      </p:sp>
    </p:spTree>
    <p:extLst>
      <p:ext uri="{BB962C8B-B14F-4D97-AF65-F5344CB8AC3E}">
        <p14:creationId xmlns:p14="http://schemas.microsoft.com/office/powerpoint/2010/main" val="1493199991"/>
      </p:ext>
    </p:extLst>
  </p:cSld>
  <p:clrMapOvr>
    <a:masterClrMapping/>
  </p:clrMapOvr>
  <p:hf hdr="0" ftr="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489475" y="4250949"/>
            <a:ext cx="22056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489475" y="2209800"/>
            <a:ext cx="2205612"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489475" y="4827212"/>
            <a:ext cx="2205612"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2917792" y="4250949"/>
            <a:ext cx="21984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2917791" y="2209800"/>
            <a:ext cx="2198466"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2916776" y="4827211"/>
            <a:ext cx="2201378"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344917" y="4250949"/>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5344916" y="2209800"/>
            <a:ext cx="2199658"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5344824" y="4827209"/>
            <a:ext cx="2202571"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4C0C3CB-12E4-49D2-8E48-91D4DBD88C28}" type="datetime1">
              <a:rPr lang="en-US" smtClean="0"/>
              <a:t>2/2/2026</a:t>
            </a:fld>
            <a:endParaRPr lang="en-US"/>
          </a:p>
        </p:txBody>
      </p:sp>
      <p:sp>
        <p:nvSpPr>
          <p:cNvPr id="4" name="Footer Placeholder 4"/>
          <p:cNvSpPr>
            <a:spLocks noGrp="1"/>
          </p:cNvSpPr>
          <p:nvPr>
            <p:ph type="ftr" sz="quarter" idx="11"/>
          </p:nvPr>
        </p:nvSpPr>
        <p:spPr/>
        <p:txBody>
          <a:bodyPr/>
          <a:lstStyle/>
          <a:p>
            <a:r>
              <a:rPr lang="en-US"/>
              <a:t>Md. Abul kalam Azad, BTM, IUT</a:t>
            </a:r>
          </a:p>
        </p:txBody>
      </p:sp>
      <p:sp>
        <p:nvSpPr>
          <p:cNvPr id="6" name="Slide Number Placeholder 5"/>
          <p:cNvSpPr>
            <a:spLocks noGrp="1"/>
          </p:cNvSpPr>
          <p:nvPr>
            <p:ph type="sldNum" sz="quarter" idx="12"/>
          </p:nvPr>
        </p:nvSpPr>
        <p:spPr/>
        <p:txBody>
          <a:bodyPr/>
          <a:lstStyle/>
          <a:p>
            <a:fld id="{D3475259-C304-4272-8FDF-2C3F4334C8F4}" type="slidenum">
              <a:rPr lang="en-US" smtClean="0"/>
              <a:t>‹#›</a:t>
            </a:fld>
            <a:endParaRPr lang="en-US"/>
          </a:p>
        </p:txBody>
      </p:sp>
    </p:spTree>
    <p:extLst>
      <p:ext uri="{BB962C8B-B14F-4D97-AF65-F5344CB8AC3E}">
        <p14:creationId xmlns:p14="http://schemas.microsoft.com/office/powerpoint/2010/main" val="3161464605"/>
      </p:ext>
    </p:extLst>
  </p:cSld>
  <p:clrMapOvr>
    <a:masterClrMapping/>
  </p:clrMapOvr>
  <p:hf hdr="0" ftr="0"/>
</p:sldLayout>
</file>

<file path=ppt/slideLayouts/slideLayout3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81D3BE2-C245-4DC0-B36D-195356D7D927}" type="datetime1">
              <a:rPr lang="en-US" smtClean="0"/>
              <a:t>2/2/2026</a:t>
            </a:fld>
            <a:endParaRPr lang="en-US"/>
          </a:p>
        </p:txBody>
      </p:sp>
      <p:sp>
        <p:nvSpPr>
          <p:cNvPr id="5" name="Footer Placeholder 4"/>
          <p:cNvSpPr>
            <a:spLocks noGrp="1"/>
          </p:cNvSpPr>
          <p:nvPr>
            <p:ph type="ftr" sz="quarter" idx="11"/>
          </p:nvPr>
        </p:nvSpPr>
        <p:spPr/>
        <p:txBody>
          <a:bodyPr/>
          <a:lstStyle/>
          <a:p>
            <a:r>
              <a:rPr lang="en-US"/>
              <a:t>Md. Abul kalam Azad, BTM, IUT</a:t>
            </a:r>
          </a:p>
        </p:txBody>
      </p:sp>
      <p:sp>
        <p:nvSpPr>
          <p:cNvPr id="6" name="Slide Number Placeholder 5"/>
          <p:cNvSpPr>
            <a:spLocks noGrp="1"/>
          </p:cNvSpPr>
          <p:nvPr>
            <p:ph type="sldNum" sz="quarter" idx="12"/>
          </p:nvPr>
        </p:nvSpPr>
        <p:spPr/>
        <p:txBody>
          <a:bodyPr/>
          <a:lstStyle/>
          <a:p>
            <a:fld id="{D3475259-C304-4272-8FDF-2C3F4334C8F4}" type="slidenum">
              <a:rPr lang="en-US" smtClean="0"/>
              <a:t>‹#›</a:t>
            </a:fld>
            <a:endParaRPr lang="en-US"/>
          </a:p>
        </p:txBody>
      </p:sp>
    </p:spTree>
    <p:extLst>
      <p:ext uri="{BB962C8B-B14F-4D97-AF65-F5344CB8AC3E}">
        <p14:creationId xmlns:p14="http://schemas.microsoft.com/office/powerpoint/2010/main" val="281041837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9782" y="430214"/>
            <a:ext cx="1314793"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89475" y="773205"/>
            <a:ext cx="5568812" cy="54831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F961B6D-1E44-4339-9749-42EB214C701C}" type="datetime1">
              <a:rPr lang="en-US" smtClean="0"/>
              <a:t>2/2/2026</a:t>
            </a:fld>
            <a:endParaRPr lang="en-US"/>
          </a:p>
        </p:txBody>
      </p:sp>
      <p:sp>
        <p:nvSpPr>
          <p:cNvPr id="5" name="Footer Placeholder 4"/>
          <p:cNvSpPr>
            <a:spLocks noGrp="1"/>
          </p:cNvSpPr>
          <p:nvPr>
            <p:ph type="ftr" sz="quarter" idx="11"/>
          </p:nvPr>
        </p:nvSpPr>
        <p:spPr/>
        <p:txBody>
          <a:bodyPr/>
          <a:lstStyle/>
          <a:p>
            <a:r>
              <a:rPr lang="en-US"/>
              <a:t>Md. Abul kalam Azad, BTM, IUT</a:t>
            </a:r>
          </a:p>
        </p:txBody>
      </p:sp>
      <p:sp>
        <p:nvSpPr>
          <p:cNvPr id="6" name="Slide Number Placeholder 5"/>
          <p:cNvSpPr>
            <a:spLocks noGrp="1"/>
          </p:cNvSpPr>
          <p:nvPr>
            <p:ph type="sldNum" sz="quarter" idx="12"/>
          </p:nvPr>
        </p:nvSpPr>
        <p:spPr/>
        <p:txBody>
          <a:bodyPr/>
          <a:lstStyle/>
          <a:p>
            <a:fld id="{D3475259-C304-4272-8FDF-2C3F4334C8F4}" type="slidenum">
              <a:rPr lang="en-US" smtClean="0"/>
              <a:t>‹#›</a:t>
            </a:fld>
            <a:endParaRPr lang="en-US"/>
          </a:p>
        </p:txBody>
      </p:sp>
    </p:spTree>
    <p:extLst>
      <p:ext uri="{BB962C8B-B14F-4D97-AF65-F5344CB8AC3E}">
        <p14:creationId xmlns:p14="http://schemas.microsoft.com/office/powerpoint/2010/main" val="420609340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762000"/>
            <a:ext cx="6856214"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6952697" y="762000"/>
            <a:ext cx="2193989" cy="5334001"/>
          </a:xfrm>
          <a:prstGeom prst="rect">
            <a:avLst/>
          </a:prstGeom>
          <a:solidFill>
            <a:srgbClr val="C3C3C3">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02386" y="1298448"/>
            <a:ext cx="5486400" cy="3255264"/>
          </a:xfrm>
        </p:spPr>
        <p:txBody>
          <a:bodyPr anchor="b">
            <a:normAutofit/>
          </a:bodyPr>
          <a:lstStyle>
            <a:lvl1pPr algn="l">
              <a:defRPr sz="5400" spc="-10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825011" y="4670246"/>
            <a:ext cx="5486400" cy="914400"/>
          </a:xfrm>
        </p:spPr>
        <p:txBody>
          <a:bodyPr anchor="t">
            <a:normAutofit/>
          </a:bodyPr>
          <a:lstStyle>
            <a:lvl1pPr marL="0" indent="0" algn="l">
              <a:buNone/>
              <a:defRPr sz="2000" cap="none" spc="0" baseline="0">
                <a:solidFill>
                  <a:schemeClr val="accent1">
                    <a:lumMod val="20000"/>
                    <a:lumOff val="80000"/>
                  </a:schemeClr>
                </a:solidFill>
              </a:defRPr>
            </a:lvl1pPr>
            <a:lvl2pPr marL="457200" indent="0" algn="ctr">
              <a:buNone/>
              <a:defRPr sz="2000"/>
            </a:lvl2pPr>
            <a:lvl3pPr marL="914400" indent="0" algn="ctr">
              <a:buNone/>
              <a:defRPr sz="20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820A2AB-D6C4-4481-8258-96947E679F7B}" type="datetime1">
              <a:rPr lang="en-US" smtClean="0"/>
              <a:t>2/2/2026</a:t>
            </a:fld>
            <a:endParaRPr lang="en-US"/>
          </a:p>
        </p:txBody>
      </p:sp>
      <p:sp>
        <p:nvSpPr>
          <p:cNvPr id="5" name="Footer Placeholder 4"/>
          <p:cNvSpPr>
            <a:spLocks noGrp="1"/>
          </p:cNvSpPr>
          <p:nvPr>
            <p:ph type="ftr" sz="quarter" idx="11"/>
          </p:nvPr>
        </p:nvSpPr>
        <p:spPr/>
        <p:txBody>
          <a:bodyPr/>
          <a:lstStyle/>
          <a:p>
            <a:r>
              <a:rPr lang="en-US"/>
              <a:t>Md. Abul kalam Azad, BTM, IUT</a:t>
            </a:r>
          </a:p>
        </p:txBody>
      </p:sp>
      <p:sp>
        <p:nvSpPr>
          <p:cNvPr id="6" name="Slide Number Placeholder 5"/>
          <p:cNvSpPr>
            <a:spLocks noGrp="1"/>
          </p:cNvSpPr>
          <p:nvPr>
            <p:ph type="sldNum" sz="quarter" idx="12"/>
          </p:nvPr>
        </p:nvSpPr>
        <p:spPr/>
        <p:txBody>
          <a:bodyPr/>
          <a:lstStyle/>
          <a:p>
            <a:fld id="{D3475259-C304-4272-8FDF-2C3F4334C8F4}" type="slidenum">
              <a:rPr lang="en-US" smtClean="0"/>
              <a:t>‹#›</a:t>
            </a:fld>
            <a:endParaRPr lang="en-US"/>
          </a:p>
        </p:txBody>
      </p:sp>
    </p:spTree>
    <p:extLst>
      <p:ext uri="{BB962C8B-B14F-4D97-AF65-F5344CB8AC3E}">
        <p14:creationId xmlns:p14="http://schemas.microsoft.com/office/powerpoint/2010/main" val="282183402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26E746-3AE6-49E4-AA33-FACB3B1AE887}" type="datetime1">
              <a:rPr lang="en-US" smtClean="0"/>
              <a:t>2/2/2026</a:t>
            </a:fld>
            <a:endParaRPr lang="en-US"/>
          </a:p>
        </p:txBody>
      </p:sp>
      <p:sp>
        <p:nvSpPr>
          <p:cNvPr id="5" name="Footer Placeholder 4"/>
          <p:cNvSpPr>
            <a:spLocks noGrp="1"/>
          </p:cNvSpPr>
          <p:nvPr>
            <p:ph type="ftr" sz="quarter" idx="11"/>
          </p:nvPr>
        </p:nvSpPr>
        <p:spPr/>
        <p:txBody>
          <a:bodyPr/>
          <a:lstStyle/>
          <a:p>
            <a:r>
              <a:rPr lang="en-US"/>
              <a:t>Md. Abul kalam Azad, BTM, IUT</a:t>
            </a:r>
          </a:p>
        </p:txBody>
      </p:sp>
      <p:sp>
        <p:nvSpPr>
          <p:cNvPr id="6" name="Slide Number Placeholder 5"/>
          <p:cNvSpPr>
            <a:spLocks noGrp="1"/>
          </p:cNvSpPr>
          <p:nvPr>
            <p:ph type="sldNum" sz="quarter" idx="12"/>
          </p:nvPr>
        </p:nvSpPr>
        <p:spPr/>
        <p:txBody>
          <a:bodyPr/>
          <a:lstStyle/>
          <a:p>
            <a:fld id="{D3475259-C304-4272-8FDF-2C3F4334C8F4}" type="slidenum">
              <a:rPr lang="en-US" smtClean="0"/>
              <a:t>‹#›</a:t>
            </a:fld>
            <a:endParaRPr lang="en-US"/>
          </a:p>
        </p:txBody>
      </p:sp>
    </p:spTree>
    <p:extLst>
      <p:ext uri="{BB962C8B-B14F-4D97-AF65-F5344CB8AC3E}">
        <p14:creationId xmlns:p14="http://schemas.microsoft.com/office/powerpoint/2010/main" val="302794953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900934" y="1298448"/>
            <a:ext cx="5486400" cy="3255264"/>
          </a:xfrm>
        </p:spPr>
        <p:txBody>
          <a:bodyPr anchor="b">
            <a:normAutofit/>
          </a:bodyPr>
          <a:lstStyle>
            <a:lvl1pPr>
              <a:defRPr sz="5400" b="0" spc="-100" baseline="0">
                <a:solidFill>
                  <a:schemeClr val="tx1">
                    <a:lumMod val="65000"/>
                    <a:lumOff val="3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2914650" y="4672584"/>
            <a:ext cx="5486400" cy="914400"/>
          </a:xfrm>
        </p:spPr>
        <p:txBody>
          <a:bodyPr anchor="t">
            <a:normAutofit/>
          </a:bodyPr>
          <a:lstStyle>
            <a:lvl1pPr marL="0" indent="0">
              <a:buNone/>
              <a:defRPr sz="2000" cap="none" spc="0" baseline="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C80E349-1EC8-4780-9992-476580F4A60D}" type="datetime1">
              <a:rPr lang="en-US" smtClean="0"/>
              <a:t>2/2/2026</a:t>
            </a:fld>
            <a:endParaRPr lang="en-US"/>
          </a:p>
        </p:txBody>
      </p:sp>
      <p:sp>
        <p:nvSpPr>
          <p:cNvPr id="5" name="Footer Placeholder 4"/>
          <p:cNvSpPr>
            <a:spLocks noGrp="1"/>
          </p:cNvSpPr>
          <p:nvPr>
            <p:ph type="ftr" sz="quarter" idx="11"/>
          </p:nvPr>
        </p:nvSpPr>
        <p:spPr/>
        <p:txBody>
          <a:bodyPr/>
          <a:lstStyle/>
          <a:p>
            <a:r>
              <a:rPr lang="en-US"/>
              <a:t>Md. Abul kalam Azad, BTM, IUT</a:t>
            </a:r>
          </a:p>
        </p:txBody>
      </p:sp>
      <p:sp>
        <p:nvSpPr>
          <p:cNvPr id="6" name="Slide Number Placeholder 5"/>
          <p:cNvSpPr>
            <a:spLocks noGrp="1"/>
          </p:cNvSpPr>
          <p:nvPr>
            <p:ph type="sldNum" sz="quarter" idx="12"/>
          </p:nvPr>
        </p:nvSpPr>
        <p:spPr/>
        <p:txBody>
          <a:bodyPr/>
          <a:lstStyle/>
          <a:p>
            <a:fld id="{D3475259-C304-4272-8FDF-2C3F4334C8F4}" type="slidenum">
              <a:rPr lang="en-US" smtClean="0"/>
              <a:t>‹#›</a:t>
            </a:fld>
            <a:endParaRPr lang="en-US"/>
          </a:p>
        </p:txBody>
      </p:sp>
    </p:spTree>
    <p:extLst>
      <p:ext uri="{BB962C8B-B14F-4D97-AF65-F5344CB8AC3E}">
        <p14:creationId xmlns:p14="http://schemas.microsoft.com/office/powerpoint/2010/main" val="301311458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900934" y="868680"/>
            <a:ext cx="2606040" cy="5120640"/>
          </a:xfrm>
        </p:spPr>
        <p:txBody>
          <a:bodyPr/>
          <a:lstStyle>
            <a:lvl1pPr>
              <a:defRPr sz="1900"/>
            </a:lvl1pPr>
            <a:lvl2pPr>
              <a:defRPr sz="1700"/>
            </a:lvl2pPr>
            <a:lvl3pPr>
              <a:defRPr sz="1500"/>
            </a:lvl3pPr>
            <a:lvl4pPr>
              <a:defRPr sz="1300"/>
            </a:lvl4pPr>
            <a:lvl5pPr>
              <a:defRPr sz="1300"/>
            </a:lvl5pPr>
            <a:lvl6pPr>
              <a:defRPr sz="1300"/>
            </a:lvl6pPr>
            <a:lvl7pPr>
              <a:defRPr sz="1300"/>
            </a:lvl7pPr>
            <a:lvl8pPr>
              <a:defRPr sz="1300"/>
            </a:lvl8pPr>
            <a:lvl9pPr>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63590" y="868680"/>
            <a:ext cx="2606040" cy="5120640"/>
          </a:xfrm>
        </p:spPr>
        <p:txBody>
          <a:bodyPr/>
          <a:lstStyle>
            <a:lvl1pPr>
              <a:defRPr sz="1900"/>
            </a:lvl1pPr>
            <a:lvl2pPr>
              <a:defRPr sz="1700"/>
            </a:lvl2pPr>
            <a:lvl3pPr>
              <a:defRPr sz="1500"/>
            </a:lvl3pPr>
            <a:lvl4pPr>
              <a:defRPr sz="1300"/>
            </a:lvl4pPr>
            <a:lvl5pPr>
              <a:defRPr sz="1300"/>
            </a:lvl5pPr>
            <a:lvl6pPr>
              <a:defRPr sz="1300"/>
            </a:lvl6pPr>
            <a:lvl7pPr>
              <a:defRPr sz="1300"/>
            </a:lvl7pPr>
            <a:lvl8pPr>
              <a:defRPr sz="1300"/>
            </a:lvl8pPr>
            <a:lvl9pPr>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EE9DE548-31A1-4637-B7CD-1B26111E6957}" type="datetime1">
              <a:rPr lang="en-US" smtClean="0"/>
              <a:t>2/2/2026</a:t>
            </a:fld>
            <a:endParaRPr lang="en-US"/>
          </a:p>
        </p:txBody>
      </p:sp>
      <p:sp>
        <p:nvSpPr>
          <p:cNvPr id="9" name="Footer Placeholder 8"/>
          <p:cNvSpPr>
            <a:spLocks noGrp="1"/>
          </p:cNvSpPr>
          <p:nvPr>
            <p:ph type="ftr" sz="quarter" idx="11"/>
          </p:nvPr>
        </p:nvSpPr>
        <p:spPr/>
        <p:txBody>
          <a:bodyPr/>
          <a:lstStyle/>
          <a:p>
            <a:r>
              <a:rPr lang="en-US"/>
              <a:t>Md. Abul kalam Azad, BTM, IUT</a:t>
            </a:r>
          </a:p>
        </p:txBody>
      </p:sp>
      <p:sp>
        <p:nvSpPr>
          <p:cNvPr id="10" name="Slide Number Placeholder 9"/>
          <p:cNvSpPr>
            <a:spLocks noGrp="1"/>
          </p:cNvSpPr>
          <p:nvPr>
            <p:ph type="sldNum" sz="quarter" idx="12"/>
          </p:nvPr>
        </p:nvSpPr>
        <p:spPr/>
        <p:txBody>
          <a:bodyPr/>
          <a:lstStyle/>
          <a:p>
            <a:fld id="{D3475259-C304-4272-8FDF-2C3F4334C8F4}" type="slidenum">
              <a:rPr lang="en-US" smtClean="0"/>
              <a:t>‹#›</a:t>
            </a:fld>
            <a:endParaRPr lang="en-US"/>
          </a:p>
        </p:txBody>
      </p:sp>
    </p:spTree>
    <p:extLst>
      <p:ext uri="{BB962C8B-B14F-4D97-AF65-F5344CB8AC3E}">
        <p14:creationId xmlns:p14="http://schemas.microsoft.com/office/powerpoint/2010/main" val="27541011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00934" y="1023586"/>
            <a:ext cx="2606040" cy="807720"/>
          </a:xfrm>
        </p:spPr>
        <p:txBody>
          <a:bodyPr anchor="b">
            <a:normAutofit/>
          </a:bodyPr>
          <a:lstStyle>
            <a:lvl1pPr marL="0" indent="0">
              <a:spcBef>
                <a:spcPts val="0"/>
              </a:spcBef>
              <a:buNone/>
              <a:defRPr sz="1900" b="1">
                <a:solidFill>
                  <a:schemeClr val="tx1">
                    <a:lumMod val="65000"/>
                    <a:lumOff val="3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900934" y="1930936"/>
            <a:ext cx="2606040" cy="4023360"/>
          </a:xfrm>
        </p:spPr>
        <p:txBody>
          <a:bodyPr/>
          <a:lstStyle>
            <a:lvl1pPr>
              <a:defRPr sz="1900"/>
            </a:lvl1pPr>
            <a:lvl2pPr>
              <a:defRPr sz="1700"/>
            </a:lvl2pPr>
            <a:lvl3pPr>
              <a:defRPr sz="1500"/>
            </a:lvl3pPr>
            <a:lvl4pPr>
              <a:defRPr sz="1300"/>
            </a:lvl4pPr>
            <a:lvl5pPr>
              <a:defRPr sz="1300"/>
            </a:lvl5pPr>
            <a:lvl6pPr>
              <a:defRPr sz="1300"/>
            </a:lvl6pPr>
            <a:lvl7pPr>
              <a:defRPr sz="1300"/>
            </a:lvl7pPr>
            <a:lvl8pPr>
              <a:defRPr sz="1300"/>
            </a:lvl8pPr>
            <a:lvl9pPr>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863847" y="1023587"/>
            <a:ext cx="2606040" cy="813171"/>
          </a:xfrm>
        </p:spPr>
        <p:txBody>
          <a:bodyPr anchor="b">
            <a:normAutofit/>
          </a:bodyPr>
          <a:lstStyle>
            <a:lvl1pPr marL="0" indent="0">
              <a:spcBef>
                <a:spcPts val="0"/>
              </a:spcBef>
              <a:buNone/>
              <a:defRPr sz="1900" b="1">
                <a:solidFill>
                  <a:schemeClr val="tx1">
                    <a:lumMod val="65000"/>
                    <a:lumOff val="3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63847" y="1930936"/>
            <a:ext cx="2606040" cy="4023360"/>
          </a:xfrm>
        </p:spPr>
        <p:txBody>
          <a:bodyPr/>
          <a:lstStyle>
            <a:lvl1pPr>
              <a:defRPr sz="1900"/>
            </a:lvl1pPr>
            <a:lvl2pPr>
              <a:defRPr sz="1700"/>
            </a:lvl2pPr>
            <a:lvl3pPr>
              <a:defRPr sz="1500"/>
            </a:lvl3pPr>
            <a:lvl4pPr>
              <a:defRPr sz="1300"/>
            </a:lvl4pPr>
            <a:lvl5pPr>
              <a:defRPr sz="1300"/>
            </a:lvl5pPr>
            <a:lvl6pPr>
              <a:defRPr sz="1300"/>
            </a:lvl6pPr>
            <a:lvl7pPr>
              <a:defRPr sz="1300"/>
            </a:lvl7pPr>
            <a:lvl8pPr>
              <a:defRPr sz="1300"/>
            </a:lvl8pPr>
            <a:lvl9pPr>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p:cNvSpPr>
            <a:spLocks noGrp="1"/>
          </p:cNvSpPr>
          <p:nvPr>
            <p:ph type="dt" sz="half" idx="10"/>
          </p:nvPr>
        </p:nvSpPr>
        <p:spPr/>
        <p:txBody>
          <a:bodyPr/>
          <a:lstStyle/>
          <a:p>
            <a:fld id="{71327EAF-827F-431B-82E4-36B8BEFCBA3A}" type="datetime1">
              <a:rPr lang="en-US" smtClean="0"/>
              <a:t>2/2/2026</a:t>
            </a:fld>
            <a:endParaRPr lang="en-US"/>
          </a:p>
        </p:txBody>
      </p:sp>
      <p:sp>
        <p:nvSpPr>
          <p:cNvPr id="11" name="Footer Placeholder 10"/>
          <p:cNvSpPr>
            <a:spLocks noGrp="1"/>
          </p:cNvSpPr>
          <p:nvPr>
            <p:ph type="ftr" sz="quarter" idx="11"/>
          </p:nvPr>
        </p:nvSpPr>
        <p:spPr/>
        <p:txBody>
          <a:bodyPr/>
          <a:lstStyle/>
          <a:p>
            <a:r>
              <a:rPr lang="en-US"/>
              <a:t>Md. Abul kalam Azad, BTM, IUT</a:t>
            </a:r>
          </a:p>
        </p:txBody>
      </p:sp>
      <p:sp>
        <p:nvSpPr>
          <p:cNvPr id="12" name="Slide Number Placeholder 11"/>
          <p:cNvSpPr>
            <a:spLocks noGrp="1"/>
          </p:cNvSpPr>
          <p:nvPr>
            <p:ph type="sldNum" sz="quarter" idx="12"/>
          </p:nvPr>
        </p:nvSpPr>
        <p:spPr/>
        <p:txBody>
          <a:bodyPr/>
          <a:lstStyle/>
          <a:p>
            <a:fld id="{D3475259-C304-4272-8FDF-2C3F4334C8F4}" type="slidenum">
              <a:rPr lang="en-US" smtClean="0"/>
              <a:t>‹#›</a:t>
            </a:fld>
            <a:endParaRPr lang="en-US"/>
          </a:p>
        </p:txBody>
      </p:sp>
    </p:spTree>
    <p:extLst>
      <p:ext uri="{BB962C8B-B14F-4D97-AF65-F5344CB8AC3E}">
        <p14:creationId xmlns:p14="http://schemas.microsoft.com/office/powerpoint/2010/main" val="353096005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2" name="Date Placeholder 1"/>
          <p:cNvSpPr>
            <a:spLocks noGrp="1"/>
          </p:cNvSpPr>
          <p:nvPr>
            <p:ph type="dt" sz="half" idx="10"/>
          </p:nvPr>
        </p:nvSpPr>
        <p:spPr/>
        <p:txBody>
          <a:bodyPr/>
          <a:lstStyle/>
          <a:p>
            <a:fld id="{23DF346A-A3C5-4392-BA54-5661F4515F64}" type="datetime1">
              <a:rPr lang="en-US" smtClean="0"/>
              <a:t>2/2/2026</a:t>
            </a:fld>
            <a:endParaRPr lang="en-US"/>
          </a:p>
        </p:txBody>
      </p:sp>
      <p:sp>
        <p:nvSpPr>
          <p:cNvPr id="7" name="Footer Placeholder 6"/>
          <p:cNvSpPr>
            <a:spLocks noGrp="1"/>
          </p:cNvSpPr>
          <p:nvPr>
            <p:ph type="ftr" sz="quarter" idx="11"/>
          </p:nvPr>
        </p:nvSpPr>
        <p:spPr/>
        <p:txBody>
          <a:bodyPr/>
          <a:lstStyle/>
          <a:p>
            <a:r>
              <a:rPr lang="en-US"/>
              <a:t>Md. Abul kalam Azad, BTM, IUT</a:t>
            </a:r>
          </a:p>
        </p:txBody>
      </p:sp>
      <p:sp>
        <p:nvSpPr>
          <p:cNvPr id="8" name="Slide Number Placeholder 7"/>
          <p:cNvSpPr>
            <a:spLocks noGrp="1"/>
          </p:cNvSpPr>
          <p:nvPr>
            <p:ph type="sldNum" sz="quarter" idx="12"/>
          </p:nvPr>
        </p:nvSpPr>
        <p:spPr/>
        <p:txBody>
          <a:bodyPr/>
          <a:lstStyle/>
          <a:p>
            <a:fld id="{D3475259-C304-4272-8FDF-2C3F4334C8F4}" type="slidenum">
              <a:rPr lang="en-US" smtClean="0"/>
              <a:t>‹#›</a:t>
            </a:fld>
            <a:endParaRPr lang="en-US"/>
          </a:p>
        </p:txBody>
      </p:sp>
    </p:spTree>
    <p:extLst>
      <p:ext uri="{BB962C8B-B14F-4D97-AF65-F5344CB8AC3E}">
        <p14:creationId xmlns:p14="http://schemas.microsoft.com/office/powerpoint/2010/main" val="341723820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305665AC-23DA-4E35-99EE-A5E26DE6E83E}" type="datetime1">
              <a:rPr lang="en-US" smtClean="0"/>
              <a:t>2/2/2026</a:t>
            </a:fld>
            <a:endParaRPr lang="en-US"/>
          </a:p>
        </p:txBody>
      </p:sp>
      <p:sp>
        <p:nvSpPr>
          <p:cNvPr id="6" name="Footer Placeholder 5"/>
          <p:cNvSpPr>
            <a:spLocks noGrp="1"/>
          </p:cNvSpPr>
          <p:nvPr>
            <p:ph type="ftr" sz="quarter" idx="11"/>
          </p:nvPr>
        </p:nvSpPr>
        <p:spPr/>
        <p:txBody>
          <a:bodyPr/>
          <a:lstStyle/>
          <a:p>
            <a:r>
              <a:rPr lang="en-US"/>
              <a:t>Md. Abul kalam Azad, BTM, IUT</a:t>
            </a:r>
          </a:p>
        </p:txBody>
      </p:sp>
      <p:sp>
        <p:nvSpPr>
          <p:cNvPr id="7" name="Slide Number Placeholder 6"/>
          <p:cNvSpPr>
            <a:spLocks noGrp="1"/>
          </p:cNvSpPr>
          <p:nvPr>
            <p:ph type="sldNum" sz="quarter" idx="12"/>
          </p:nvPr>
        </p:nvSpPr>
        <p:spPr/>
        <p:txBody>
          <a:bodyPr/>
          <a:lstStyle/>
          <a:p>
            <a:fld id="{D3475259-C304-4272-8FDF-2C3F4334C8F4}" type="slidenum">
              <a:rPr lang="en-US" smtClean="0"/>
              <a:t>‹#›</a:t>
            </a:fld>
            <a:endParaRPr lang="en-US"/>
          </a:p>
        </p:txBody>
      </p:sp>
    </p:spTree>
    <p:extLst>
      <p:ext uri="{BB962C8B-B14F-4D97-AF65-F5344CB8AC3E}">
        <p14:creationId xmlns:p14="http://schemas.microsoft.com/office/powerpoint/2010/main" val="361317618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2024" y="1143000"/>
            <a:ext cx="2125980" cy="2194560"/>
          </a:xfrm>
        </p:spPr>
        <p:txBody>
          <a:bodyPr anchor="b">
            <a:normAutofit/>
          </a:bodyPr>
          <a:lstStyle>
            <a:lvl1pPr>
              <a:defRPr sz="2800" b="0" baseline="0"/>
            </a:lvl1pPr>
          </a:lstStyle>
          <a:p>
            <a:r>
              <a:rPr lang="en-US"/>
              <a:t>Click to edit Master title style</a:t>
            </a:r>
            <a:endParaRPr lang="en-US" dirty="0"/>
          </a:p>
        </p:txBody>
      </p:sp>
      <p:sp>
        <p:nvSpPr>
          <p:cNvPr id="3" name="Content Placeholder 2"/>
          <p:cNvSpPr>
            <a:spLocks noGrp="1"/>
          </p:cNvSpPr>
          <p:nvPr>
            <p:ph idx="1"/>
          </p:nvPr>
        </p:nvSpPr>
        <p:spPr>
          <a:xfrm>
            <a:off x="2900934" y="868680"/>
            <a:ext cx="54864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2024" y="3337560"/>
            <a:ext cx="2125980" cy="2560320"/>
          </a:xfrm>
        </p:spPr>
        <p:txBody>
          <a:bodyPr anchor="t">
            <a:normAutofit/>
          </a:bodyPr>
          <a:lstStyle>
            <a:lvl1pPr marL="0" indent="0">
              <a:lnSpc>
                <a:spcPct val="100000"/>
              </a:lnSpc>
              <a:spcBef>
                <a:spcPts val="800"/>
              </a:spcBef>
              <a:buNone/>
              <a:defRPr sz="125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74F1DCA5-4A7B-46B2-A277-A8170F49E52E}" type="datetime1">
              <a:rPr lang="en-US" smtClean="0"/>
              <a:t>2/2/2026</a:t>
            </a:fld>
            <a:endParaRPr lang="en-US"/>
          </a:p>
        </p:txBody>
      </p:sp>
      <p:sp>
        <p:nvSpPr>
          <p:cNvPr id="9" name="Footer Placeholder 8"/>
          <p:cNvSpPr>
            <a:spLocks noGrp="1"/>
          </p:cNvSpPr>
          <p:nvPr>
            <p:ph type="ftr" sz="quarter" idx="11"/>
          </p:nvPr>
        </p:nvSpPr>
        <p:spPr/>
        <p:txBody>
          <a:bodyPr/>
          <a:lstStyle/>
          <a:p>
            <a:r>
              <a:rPr lang="en-US"/>
              <a:t>Md. Abul kalam Azad, BTM, IUT</a:t>
            </a:r>
          </a:p>
        </p:txBody>
      </p:sp>
      <p:sp>
        <p:nvSpPr>
          <p:cNvPr id="10" name="Slide Number Placeholder 9"/>
          <p:cNvSpPr>
            <a:spLocks noGrp="1"/>
          </p:cNvSpPr>
          <p:nvPr>
            <p:ph type="sldNum" sz="quarter" idx="12"/>
          </p:nvPr>
        </p:nvSpPr>
        <p:spPr/>
        <p:txBody>
          <a:bodyPr/>
          <a:lstStyle/>
          <a:p>
            <a:fld id="{D3475259-C304-4272-8FDF-2C3F4334C8F4}" type="slidenum">
              <a:rPr lang="en-US" smtClean="0"/>
              <a:t>‹#›</a:t>
            </a:fld>
            <a:endParaRPr lang="en-US"/>
          </a:p>
        </p:txBody>
      </p:sp>
    </p:spTree>
    <p:extLst>
      <p:ext uri="{BB962C8B-B14F-4D97-AF65-F5344CB8AC3E}">
        <p14:creationId xmlns:p14="http://schemas.microsoft.com/office/powerpoint/2010/main" val="383462610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2024" y="1143000"/>
            <a:ext cx="2125980" cy="2194560"/>
          </a:xfrm>
        </p:spPr>
        <p:txBody>
          <a:bodyPr anchor="b">
            <a:normAutofit/>
          </a:bodyPr>
          <a:lstStyle>
            <a:lvl1pPr>
              <a:defRPr sz="2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677983" y="767419"/>
            <a:ext cx="6086423"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92024" y="3340602"/>
            <a:ext cx="2125980" cy="2560320"/>
          </a:xfrm>
        </p:spPr>
        <p:txBody>
          <a:bodyPr anchor="t">
            <a:normAutofit/>
          </a:bodyPr>
          <a:lstStyle>
            <a:lvl1pPr marL="0" indent="0">
              <a:lnSpc>
                <a:spcPct val="100000"/>
              </a:lnSpc>
              <a:spcBef>
                <a:spcPts val="800"/>
              </a:spcBef>
              <a:buNone/>
              <a:defRPr sz="125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BEB365E9-6BA8-410B-9F73-0DF6527D9163}" type="datetime1">
              <a:rPr lang="en-US" smtClean="0"/>
              <a:t>2/2/2026</a:t>
            </a:fld>
            <a:endParaRPr lang="en-US"/>
          </a:p>
        </p:txBody>
      </p:sp>
      <p:sp>
        <p:nvSpPr>
          <p:cNvPr id="9" name="Footer Placeholder 8"/>
          <p:cNvSpPr>
            <a:spLocks noGrp="1"/>
          </p:cNvSpPr>
          <p:nvPr>
            <p:ph type="ftr" sz="quarter" idx="11"/>
          </p:nvPr>
        </p:nvSpPr>
        <p:spPr>
          <a:xfrm>
            <a:off x="2624326" y="6356351"/>
            <a:ext cx="4433638" cy="365125"/>
          </a:xfrm>
        </p:spPr>
        <p:txBody>
          <a:bodyPr/>
          <a:lstStyle/>
          <a:p>
            <a:r>
              <a:rPr lang="en-US"/>
              <a:t>Md. Abul kalam Azad, BTM, IUT</a:t>
            </a:r>
          </a:p>
        </p:txBody>
      </p:sp>
      <p:sp>
        <p:nvSpPr>
          <p:cNvPr id="10" name="Slide Number Placeholder 9"/>
          <p:cNvSpPr>
            <a:spLocks noGrp="1"/>
          </p:cNvSpPr>
          <p:nvPr>
            <p:ph type="sldNum" sz="quarter" idx="12"/>
          </p:nvPr>
        </p:nvSpPr>
        <p:spPr/>
        <p:txBody>
          <a:bodyPr/>
          <a:lstStyle/>
          <a:p>
            <a:fld id="{D3475259-C304-4272-8FDF-2C3F4334C8F4}" type="slidenum">
              <a:rPr lang="en-US" smtClean="0"/>
              <a:t>‹#›</a:t>
            </a:fld>
            <a:endParaRPr lang="en-US"/>
          </a:p>
        </p:txBody>
      </p:sp>
    </p:spTree>
    <p:extLst>
      <p:ext uri="{BB962C8B-B14F-4D97-AF65-F5344CB8AC3E}">
        <p14:creationId xmlns:p14="http://schemas.microsoft.com/office/powerpoint/2010/main" val="185132806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81D3BE2-C245-4DC0-B36D-195356D7D927}" type="datetime1">
              <a:rPr lang="en-US" smtClean="0"/>
              <a:t>2/2/2026</a:t>
            </a:fld>
            <a:endParaRPr lang="en-US"/>
          </a:p>
        </p:txBody>
      </p:sp>
      <p:sp>
        <p:nvSpPr>
          <p:cNvPr id="8" name="Footer Placeholder 7"/>
          <p:cNvSpPr>
            <a:spLocks noGrp="1"/>
          </p:cNvSpPr>
          <p:nvPr>
            <p:ph type="ftr" sz="quarter" idx="11"/>
          </p:nvPr>
        </p:nvSpPr>
        <p:spPr/>
        <p:txBody>
          <a:bodyPr/>
          <a:lstStyle/>
          <a:p>
            <a:r>
              <a:rPr lang="en-US"/>
              <a:t>Md. Abul kalam Azad, BTM, IUT</a:t>
            </a:r>
          </a:p>
        </p:txBody>
      </p:sp>
      <p:sp>
        <p:nvSpPr>
          <p:cNvPr id="9" name="Slide Number Placeholder 8"/>
          <p:cNvSpPr>
            <a:spLocks noGrp="1"/>
          </p:cNvSpPr>
          <p:nvPr>
            <p:ph type="sldNum" sz="quarter" idx="12"/>
          </p:nvPr>
        </p:nvSpPr>
        <p:spPr/>
        <p:txBody>
          <a:bodyPr/>
          <a:lstStyle/>
          <a:p>
            <a:fld id="{D3475259-C304-4272-8FDF-2C3F4334C8F4}" type="slidenum">
              <a:rPr lang="en-US" smtClean="0"/>
              <a:t>‹#›</a:t>
            </a:fld>
            <a:endParaRPr lang="en-US"/>
          </a:p>
        </p:txBody>
      </p:sp>
    </p:spTree>
    <p:extLst>
      <p:ext uri="{BB962C8B-B14F-4D97-AF65-F5344CB8AC3E}">
        <p14:creationId xmlns:p14="http://schemas.microsoft.com/office/powerpoint/2010/main" val="105235354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85750" y="990600"/>
            <a:ext cx="2114550" cy="4953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900934" y="868680"/>
            <a:ext cx="5486400" cy="512064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F961B6D-1E44-4339-9749-42EB214C701C}" type="datetime1">
              <a:rPr lang="en-US" smtClean="0"/>
              <a:t>2/2/2026</a:t>
            </a:fld>
            <a:endParaRPr lang="en-US"/>
          </a:p>
        </p:txBody>
      </p:sp>
      <p:sp>
        <p:nvSpPr>
          <p:cNvPr id="8" name="Footer Placeholder 7"/>
          <p:cNvSpPr>
            <a:spLocks noGrp="1"/>
          </p:cNvSpPr>
          <p:nvPr>
            <p:ph type="ftr" sz="quarter" idx="11"/>
          </p:nvPr>
        </p:nvSpPr>
        <p:spPr/>
        <p:txBody>
          <a:bodyPr/>
          <a:lstStyle/>
          <a:p>
            <a:r>
              <a:rPr lang="en-US"/>
              <a:t>Md. Abul kalam Azad, BTM, IUT</a:t>
            </a:r>
          </a:p>
        </p:txBody>
      </p:sp>
      <p:sp>
        <p:nvSpPr>
          <p:cNvPr id="9" name="Slide Number Placeholder 8"/>
          <p:cNvSpPr>
            <a:spLocks noGrp="1"/>
          </p:cNvSpPr>
          <p:nvPr>
            <p:ph type="sldNum" sz="quarter" idx="12"/>
          </p:nvPr>
        </p:nvSpPr>
        <p:spPr/>
        <p:txBody>
          <a:bodyPr/>
          <a:lstStyle/>
          <a:p>
            <a:fld id="{D3475259-C304-4272-8FDF-2C3F4334C8F4}" type="slidenum">
              <a:rPr lang="en-US" smtClean="0"/>
              <a:t>‹#›</a:t>
            </a:fld>
            <a:endParaRPr lang="en-US"/>
          </a:p>
        </p:txBody>
      </p:sp>
    </p:spTree>
    <p:extLst>
      <p:ext uri="{BB962C8B-B14F-4D97-AF65-F5344CB8AC3E}">
        <p14:creationId xmlns:p14="http://schemas.microsoft.com/office/powerpoint/2010/main" val="32868681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18" Type="http://schemas.openxmlformats.org/officeDocument/2006/relationships/theme" Target="../theme/theme3.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17" Type="http://schemas.openxmlformats.org/officeDocument/2006/relationships/slideLayout" Target="../slideLayouts/slideLayout39.xml"/><Relationship Id="rId2" Type="http://schemas.openxmlformats.org/officeDocument/2006/relationships/slideLayout" Target="../slideLayouts/slideLayout24.xml"/><Relationship Id="rId16" Type="http://schemas.openxmlformats.org/officeDocument/2006/relationships/slideLayout" Target="../slideLayouts/slideLayout38.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slideLayout" Target="../slideLayouts/slideLayout3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Layout" Target="../slideLayouts/slideLayout3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7.xml"/><Relationship Id="rId3" Type="http://schemas.openxmlformats.org/officeDocument/2006/relationships/slideLayout" Target="../slideLayouts/slideLayout42.xml"/><Relationship Id="rId7" Type="http://schemas.openxmlformats.org/officeDocument/2006/relationships/slideLayout" Target="../slideLayouts/slideLayout46.xml"/><Relationship Id="rId12" Type="http://schemas.openxmlformats.org/officeDocument/2006/relationships/theme" Target="../theme/theme4.xml"/><Relationship Id="rId2" Type="http://schemas.openxmlformats.org/officeDocument/2006/relationships/slideLayout" Target="../slideLayouts/slideLayout41.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slideLayout" Target="../slideLayouts/slideLayout50.xml"/><Relationship Id="rId5" Type="http://schemas.openxmlformats.org/officeDocument/2006/relationships/slideLayout" Target="../slideLayouts/slideLayout44.xml"/><Relationship Id="rId10" Type="http://schemas.openxmlformats.org/officeDocument/2006/relationships/slideLayout" Target="../slideLayouts/slideLayout49.xml"/><Relationship Id="rId4" Type="http://schemas.openxmlformats.org/officeDocument/2006/relationships/slideLayout" Target="../slideLayouts/slideLayout43.xml"/><Relationship Id="rId9" Type="http://schemas.openxmlformats.org/officeDocument/2006/relationships/slideLayout" Target="../slideLayouts/slideLayout4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54C0C3CB-12E4-49D2-8E48-91D4DBD88C28}" type="datetime1">
              <a:rPr lang="en-US" smtClean="0"/>
              <a:t>2/2/2026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a:t>Md. Abul kalam Azad, BTM, IUT</a:t>
            </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3475259-C304-4272-8FDF-2C3F4334C8F4}" type="slidenum">
              <a:rPr lang="en-US" smtClean="0"/>
              <a:t>‹#›</a:t>
            </a:fld>
            <a:endParaRPr lang="en-US"/>
          </a:p>
        </p:txBody>
      </p:sp>
    </p:spTree>
    <p:extLst>
      <p:ext uri="{BB962C8B-B14F-4D97-AF65-F5344CB8AC3E}">
        <p14:creationId xmlns:p14="http://schemas.microsoft.com/office/powerpoint/2010/main" val="402702754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0" y="6334315"/>
            <a:ext cx="9144001" cy="659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54C0C3CB-12E4-49D2-8E48-91D4DBD88C28}" type="datetime1">
              <a:rPr lang="en-US" smtClean="0"/>
              <a:t>2/2/2026</a:t>
            </a:fld>
            <a:endParaRPr lang="en-US"/>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a:t>Md. Abul kalam Azad, BTM, IUT</a:t>
            </a:r>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D3475259-C304-4272-8FDF-2C3F4334C8F4}" type="slidenum">
              <a:rPr lang="en-US" smtClean="0"/>
              <a:t>‹#›</a:t>
            </a:fld>
            <a:endParaRPr lang="en-US"/>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68841077"/>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ftr="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Oval 21"/>
          <p:cNvSpPr/>
          <p:nvPr/>
        </p:nvSpPr>
        <p:spPr>
          <a:xfrm>
            <a:off x="629943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Oval 22"/>
          <p:cNvSpPr/>
          <p:nvPr/>
        </p:nvSpPr>
        <p:spPr>
          <a:xfrm>
            <a:off x="5689832" y="-457200"/>
            <a:ext cx="1600200" cy="1600200"/>
          </a:xfrm>
          <a:prstGeom prst="ellipse">
            <a:avLst/>
          </a:prstGeom>
          <a:gradFill flip="none" rotWithShape="1">
            <a:gsLst>
              <a:gs pos="0">
                <a:schemeClr val="bg2">
                  <a:lumMod val="60000"/>
                  <a:lumOff val="40000"/>
                  <a:alpha val="14000"/>
                </a:schemeClr>
              </a:gs>
              <a:gs pos="73000">
                <a:schemeClr val="bg2">
                  <a:lumMod val="60000"/>
                  <a:lumOff val="40000"/>
                  <a:alpha val="0"/>
                </a:schemeClr>
              </a:gs>
              <a:gs pos="36000">
                <a:schemeClr val="bg2">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Oval 23"/>
          <p:cNvSpPr/>
          <p:nvPr/>
        </p:nvSpPr>
        <p:spPr>
          <a:xfrm>
            <a:off x="6299432" y="6096000"/>
            <a:ext cx="990600" cy="990600"/>
          </a:xfrm>
          <a:prstGeom prst="ellipse">
            <a:avLst/>
          </a:prstGeom>
          <a:gradFill flip="none" rotWithShape="1">
            <a:gsLst>
              <a:gs pos="0">
                <a:schemeClr val="bg2">
                  <a:lumMod val="60000"/>
                  <a:lumOff val="40000"/>
                  <a:alpha val="9000"/>
                </a:schemeClr>
              </a:gs>
              <a:gs pos="66000">
                <a:schemeClr val="bg2">
                  <a:lumMod val="60000"/>
                  <a:lumOff val="40000"/>
                  <a:alpha val="0"/>
                </a:schemeClr>
              </a:gs>
              <a:gs pos="36000">
                <a:schemeClr val="bg2">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Oval 19"/>
          <p:cNvSpPr/>
          <p:nvPr/>
        </p:nvSpPr>
        <p:spPr>
          <a:xfrm>
            <a:off x="-153988" y="2667000"/>
            <a:ext cx="4191000" cy="4191000"/>
          </a:xfrm>
          <a:prstGeom prst="ellipse">
            <a:avLst/>
          </a:prstGeom>
          <a:gradFill flip="none" rotWithShape="1">
            <a:gsLst>
              <a:gs pos="0">
                <a:schemeClr val="bg2">
                  <a:lumMod val="60000"/>
                  <a:lumOff val="40000"/>
                  <a:alpha val="11000"/>
                </a:schemeClr>
              </a:gs>
              <a:gs pos="75000">
                <a:schemeClr val="bg2">
                  <a:lumMod val="60000"/>
                  <a:lumOff val="40000"/>
                  <a:alpha val="0"/>
                </a:schemeClr>
              </a:gs>
              <a:gs pos="36000">
                <a:schemeClr val="bg2">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Oval 20"/>
          <p:cNvSpPr/>
          <p:nvPr/>
        </p:nvSpPr>
        <p:spPr>
          <a:xfrm>
            <a:off x="-839788" y="2895600"/>
            <a:ext cx="2362200" cy="2362200"/>
          </a:xfrm>
          <a:prstGeom prst="ellipse">
            <a:avLst/>
          </a:prstGeom>
          <a:gradFill flip="none" rotWithShape="1">
            <a:gsLst>
              <a:gs pos="0">
                <a:schemeClr val="bg2">
                  <a:lumMod val="60000"/>
                  <a:lumOff val="40000"/>
                  <a:alpha val="8000"/>
                </a:schemeClr>
              </a:gs>
              <a:gs pos="72000">
                <a:schemeClr val="bg2">
                  <a:lumMod val="60000"/>
                  <a:lumOff val="40000"/>
                  <a:alpha val="0"/>
                </a:schemeClr>
              </a:gs>
              <a:gs pos="36000">
                <a:schemeClr val="bg2">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1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484710" y="452718"/>
            <a:ext cx="7055380"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827700" y="2052925"/>
            <a:ext cx="6711654"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7494989" y="1828771"/>
            <a:ext cx="990599" cy="22865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54C0C3CB-12E4-49D2-8E48-91D4DBD88C28}" type="datetime1">
              <a:rPr lang="en-US" smtClean="0"/>
              <a:t>2/2/2026</a:t>
            </a:fld>
            <a:endParaRPr lang="en-US"/>
          </a:p>
        </p:txBody>
      </p:sp>
      <p:sp>
        <p:nvSpPr>
          <p:cNvPr id="5" name="Footer Placeholder 4"/>
          <p:cNvSpPr>
            <a:spLocks noGrp="1"/>
          </p:cNvSpPr>
          <p:nvPr>
            <p:ph type="ftr" sz="quarter" idx="3"/>
          </p:nvPr>
        </p:nvSpPr>
        <p:spPr>
          <a:xfrm rot="5400000">
            <a:off x="6233335" y="3263371"/>
            <a:ext cx="3859795" cy="228660"/>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r>
              <a:rPr lang="en-US"/>
              <a:t>Md. Abul kalam Azad, BTM, IUT</a:t>
            </a:r>
          </a:p>
        </p:txBody>
      </p:sp>
      <p:sp>
        <p:nvSpPr>
          <p:cNvPr id="6" name="Slide Number Placeholder 5"/>
          <p:cNvSpPr>
            <a:spLocks noGrp="1"/>
          </p:cNvSpPr>
          <p:nvPr>
            <p:ph type="sldNum" sz="quarter" idx="4"/>
          </p:nvPr>
        </p:nvSpPr>
        <p:spPr bwMode="gray">
          <a:xfrm>
            <a:off x="7766431" y="295736"/>
            <a:ext cx="628813" cy="767687"/>
          </a:xfrm>
          <a:prstGeom prst="rect">
            <a:avLst/>
          </a:prstGeom>
        </p:spPr>
        <p:txBody>
          <a:bodyPr vert="horz" lIns="91440" tIns="45720" rIns="91440" bIns="45720" rtlCol="0" anchor="b"/>
          <a:lstStyle>
            <a:lvl1pPr algn="ctr">
              <a:defRPr sz="2801" b="0" i="0">
                <a:solidFill>
                  <a:schemeClr val="tx1">
                    <a:tint val="75000"/>
                  </a:schemeClr>
                </a:solidFill>
              </a:defRPr>
            </a:lvl1pPr>
          </a:lstStyle>
          <a:p>
            <a:fld id="{D3475259-C304-4272-8FDF-2C3F4334C8F4}" type="slidenum">
              <a:rPr lang="en-US" smtClean="0"/>
              <a:t>‹#›</a:t>
            </a:fld>
            <a:endParaRPr lang="en-US"/>
          </a:p>
        </p:txBody>
      </p:sp>
    </p:spTree>
    <p:extLst>
      <p:ext uri="{BB962C8B-B14F-4D97-AF65-F5344CB8AC3E}">
        <p14:creationId xmlns:p14="http://schemas.microsoft.com/office/powerpoint/2010/main" val="2878759069"/>
      </p:ext>
    </p:extLst>
  </p:cSld>
  <p:clrMap bg1="dk1" tx1="lt1" bg2="dk2" tx2="lt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 id="2147483721" r:id="rId13"/>
    <p:sldLayoutId id="2147483722" r:id="rId14"/>
    <p:sldLayoutId id="2147483723" r:id="rId15"/>
    <p:sldLayoutId id="2147483724" r:id="rId16"/>
    <p:sldLayoutId id="2147483725" r:id="rId17"/>
  </p:sldLayoutIdLst>
  <p:hf hdr="0" ftr="0"/>
  <p:txStyles>
    <p:titleStyle>
      <a:lvl1pPr algn="l" defTabSz="457207"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6" indent="-342906" algn="l" defTabSz="457207"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62" indent="-285755" algn="l" defTabSz="457207"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20"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2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3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14642"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49"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5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6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7" rtl="0" eaLnBrk="1" latinLnBrk="0" hangingPunct="1">
        <a:defRPr sz="1800" kern="1200">
          <a:solidFill>
            <a:schemeClr val="tx1"/>
          </a:solidFill>
          <a:latin typeface="+mn-lt"/>
          <a:ea typeface="+mn-ea"/>
          <a:cs typeface="+mn-cs"/>
        </a:defRPr>
      </a:lvl1pPr>
      <a:lvl2pPr marL="457207" algn="l" defTabSz="457207" rtl="0" eaLnBrk="1" latinLnBrk="0" hangingPunct="1">
        <a:defRPr sz="1800" kern="1200">
          <a:solidFill>
            <a:schemeClr val="tx1"/>
          </a:solidFill>
          <a:latin typeface="+mn-lt"/>
          <a:ea typeface="+mn-ea"/>
          <a:cs typeface="+mn-cs"/>
        </a:defRPr>
      </a:lvl2pPr>
      <a:lvl3pPr marL="914415" algn="l" defTabSz="457207" rtl="0" eaLnBrk="1" latinLnBrk="0" hangingPunct="1">
        <a:defRPr sz="1800" kern="1200">
          <a:solidFill>
            <a:schemeClr val="tx1"/>
          </a:solidFill>
          <a:latin typeface="+mn-lt"/>
          <a:ea typeface="+mn-ea"/>
          <a:cs typeface="+mn-cs"/>
        </a:defRPr>
      </a:lvl3pPr>
      <a:lvl4pPr marL="1371622" algn="l" defTabSz="457207" rtl="0" eaLnBrk="1" latinLnBrk="0" hangingPunct="1">
        <a:defRPr sz="1800" kern="1200">
          <a:solidFill>
            <a:schemeClr val="tx1"/>
          </a:solidFill>
          <a:latin typeface="+mn-lt"/>
          <a:ea typeface="+mn-ea"/>
          <a:cs typeface="+mn-cs"/>
        </a:defRPr>
      </a:lvl4pPr>
      <a:lvl5pPr marL="1828831" algn="l" defTabSz="457207" rtl="0" eaLnBrk="1" latinLnBrk="0" hangingPunct="1">
        <a:defRPr sz="1800" kern="1200">
          <a:solidFill>
            <a:schemeClr val="tx1"/>
          </a:solidFill>
          <a:latin typeface="+mn-lt"/>
          <a:ea typeface="+mn-ea"/>
          <a:cs typeface="+mn-cs"/>
        </a:defRPr>
      </a:lvl5pPr>
      <a:lvl6pPr marL="2286038" algn="l" defTabSz="457207" rtl="0" eaLnBrk="1" latinLnBrk="0" hangingPunct="1">
        <a:defRPr sz="1800" kern="1200">
          <a:solidFill>
            <a:schemeClr val="tx1"/>
          </a:solidFill>
          <a:latin typeface="+mn-lt"/>
          <a:ea typeface="+mn-ea"/>
          <a:cs typeface="+mn-cs"/>
        </a:defRPr>
      </a:lvl6pPr>
      <a:lvl7pPr marL="2743246" algn="l" defTabSz="457207" rtl="0" eaLnBrk="1" latinLnBrk="0" hangingPunct="1">
        <a:defRPr sz="1800" kern="1200">
          <a:solidFill>
            <a:schemeClr val="tx1"/>
          </a:solidFill>
          <a:latin typeface="+mn-lt"/>
          <a:ea typeface="+mn-ea"/>
          <a:cs typeface="+mn-cs"/>
        </a:defRPr>
      </a:lvl7pPr>
      <a:lvl8pPr marL="3200453" algn="l" defTabSz="457207" rtl="0" eaLnBrk="1" latinLnBrk="0" hangingPunct="1">
        <a:defRPr sz="1800" kern="1200">
          <a:solidFill>
            <a:schemeClr val="tx1"/>
          </a:solidFill>
          <a:latin typeface="+mn-lt"/>
          <a:ea typeface="+mn-ea"/>
          <a:cs typeface="+mn-cs"/>
        </a:defRPr>
      </a:lvl8pPr>
      <a:lvl9pPr marL="3657661" algn="l" defTabSz="457207"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2582693"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89689" y="1123838"/>
            <a:ext cx="2210612" cy="460118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8" name="Rectangle 37"/>
          <p:cNvSpPr/>
          <p:nvPr/>
        </p:nvSpPr>
        <p:spPr>
          <a:xfrm>
            <a:off x="8861898" y="758952"/>
            <a:ext cx="288036"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Text Placeholder 2"/>
          <p:cNvSpPr>
            <a:spLocks noGrp="1"/>
          </p:cNvSpPr>
          <p:nvPr>
            <p:ph type="body" idx="1"/>
          </p:nvPr>
        </p:nvSpPr>
        <p:spPr>
          <a:xfrm>
            <a:off x="2901951" y="864108"/>
            <a:ext cx="5486400" cy="5120640"/>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96849" y="6356351"/>
            <a:ext cx="2057400" cy="365125"/>
          </a:xfrm>
          <a:prstGeom prst="rect">
            <a:avLst/>
          </a:prstGeom>
        </p:spPr>
        <p:txBody>
          <a:bodyPr vert="horz" lIns="91440" tIns="45720" rIns="91440" bIns="45720" rtlCol="0" anchor="ctr"/>
          <a:lstStyle>
            <a:lvl1pPr algn="l">
              <a:defRPr sz="1000">
                <a:solidFill>
                  <a:schemeClr val="tx1">
                    <a:lumMod val="50000"/>
                    <a:lumOff val="50000"/>
                  </a:schemeClr>
                </a:solidFill>
              </a:defRPr>
            </a:lvl1pPr>
          </a:lstStyle>
          <a:p>
            <a:fld id="{54C0C3CB-12E4-49D2-8E48-91D4DBD88C28}" type="datetime1">
              <a:rPr lang="en-US" smtClean="0"/>
              <a:t>2/2/2026</a:t>
            </a:fld>
            <a:endParaRPr lang="en-US"/>
          </a:p>
        </p:txBody>
      </p:sp>
      <p:sp>
        <p:nvSpPr>
          <p:cNvPr id="5" name="Footer Placeholder 4"/>
          <p:cNvSpPr>
            <a:spLocks noGrp="1"/>
          </p:cNvSpPr>
          <p:nvPr>
            <p:ph type="ftr" sz="quarter" idx="3"/>
          </p:nvPr>
        </p:nvSpPr>
        <p:spPr>
          <a:xfrm>
            <a:off x="2901951" y="6356351"/>
            <a:ext cx="4433638" cy="365125"/>
          </a:xfrm>
          <a:prstGeom prst="rect">
            <a:avLst/>
          </a:prstGeom>
        </p:spPr>
        <p:txBody>
          <a:bodyPr vert="horz" lIns="91440" tIns="45720" rIns="91440" bIns="45720" rtlCol="0" anchor="ctr"/>
          <a:lstStyle>
            <a:lvl1pPr algn="l">
              <a:defRPr sz="1000">
                <a:solidFill>
                  <a:schemeClr val="tx1">
                    <a:lumMod val="50000"/>
                    <a:lumOff val="50000"/>
                  </a:schemeClr>
                </a:solidFill>
              </a:defRPr>
            </a:lvl1pPr>
          </a:lstStyle>
          <a:p>
            <a:r>
              <a:rPr lang="en-US"/>
              <a:t>Md. Abul kalam Azad, BTM, IUT</a:t>
            </a:r>
          </a:p>
        </p:txBody>
      </p:sp>
      <p:sp>
        <p:nvSpPr>
          <p:cNvPr id="6" name="Slide Number Placeholder 5"/>
          <p:cNvSpPr>
            <a:spLocks noGrp="1"/>
          </p:cNvSpPr>
          <p:nvPr>
            <p:ph type="sldNum" sz="quarter" idx="4"/>
          </p:nvPr>
        </p:nvSpPr>
        <p:spPr>
          <a:xfrm>
            <a:off x="7975602" y="6356351"/>
            <a:ext cx="1148195" cy="365125"/>
          </a:xfrm>
          <a:prstGeom prst="rect">
            <a:avLst/>
          </a:prstGeom>
        </p:spPr>
        <p:txBody>
          <a:bodyPr vert="horz" lIns="91440" tIns="45720" rIns="91440" bIns="45720" rtlCol="0" anchor="ctr"/>
          <a:lstStyle>
            <a:lvl1pPr algn="r">
              <a:defRPr sz="1100" b="1">
                <a:solidFill>
                  <a:schemeClr val="accent1"/>
                </a:solidFill>
              </a:defRPr>
            </a:lvl1pPr>
          </a:lstStyle>
          <a:p>
            <a:fld id="{D3475259-C304-4272-8FDF-2C3F4334C8F4}" type="slidenum">
              <a:rPr lang="en-US" smtClean="0"/>
              <a:t>‹#›</a:t>
            </a:fld>
            <a:endParaRPr lang="en-US"/>
          </a:p>
        </p:txBody>
      </p:sp>
    </p:spTree>
    <p:extLst>
      <p:ext uri="{BB962C8B-B14F-4D97-AF65-F5344CB8AC3E}">
        <p14:creationId xmlns:p14="http://schemas.microsoft.com/office/powerpoint/2010/main" val="3203379950"/>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Lst>
  <p:hf hdr="0" ftr="0"/>
  <p:txStyles>
    <p:titleStyle>
      <a:lvl1pPr algn="l" defTabSz="914400" rtl="0" eaLnBrk="1" latinLnBrk="0" hangingPunct="1">
        <a:lnSpc>
          <a:spcPct val="90000"/>
        </a:lnSpc>
        <a:spcBef>
          <a:spcPct val="0"/>
        </a:spcBef>
        <a:buNone/>
        <a:defRPr sz="30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19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7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5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3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3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3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3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3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3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41.xml"/><Relationship Id="rId4" Type="http://schemas.openxmlformats.org/officeDocument/2006/relationships/image" Target="../media/image5.jpg"/></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28600" y="4495800"/>
            <a:ext cx="6266330" cy="1323439"/>
          </a:xfrm>
          <a:prstGeom prst="rect">
            <a:avLst/>
          </a:prstGeom>
        </p:spPr>
        <p:txBody>
          <a:bodyPr wrap="square">
            <a:spAutoFit/>
          </a:bodyPr>
          <a:lstStyle/>
          <a:p>
            <a:pPr algn="ctr"/>
            <a:r>
              <a:rPr lang="en-US" sz="2800" b="1" dirty="0">
                <a:solidFill>
                  <a:srgbClr val="FF0000"/>
                </a:solidFill>
              </a:rPr>
              <a:t>Listening Interactive Communication about Engineering Risk </a:t>
            </a:r>
          </a:p>
          <a:p>
            <a:pPr algn="ctr"/>
            <a:r>
              <a:rPr lang="en-US" sz="2400" b="1" dirty="0"/>
              <a:t>by </a:t>
            </a:r>
            <a:r>
              <a:rPr lang="en-US" sz="2400" b="1" i="1" dirty="0"/>
              <a:t>John X. Wang</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0" y="457200"/>
            <a:ext cx="4455317" cy="3344980"/>
          </a:xfrm>
          <a:prstGeom prst="rect">
            <a:avLst/>
          </a:prstGeom>
        </p:spPr>
      </p:pic>
    </p:spTree>
    <p:extLst>
      <p:ext uri="{BB962C8B-B14F-4D97-AF65-F5344CB8AC3E}">
        <p14:creationId xmlns:p14="http://schemas.microsoft.com/office/powerpoint/2010/main" val="31513772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B84869F-0204-4ABA-B6B3-3C0A3719FD96}" type="datetime1">
              <a:rPr lang="en-US" smtClean="0"/>
              <a:t>2/2/2026</a:t>
            </a:fld>
            <a:endParaRPr lang="en-US"/>
          </a:p>
        </p:txBody>
      </p:sp>
      <p:sp>
        <p:nvSpPr>
          <p:cNvPr id="6" name="Slide Number Placeholder 5"/>
          <p:cNvSpPr>
            <a:spLocks noGrp="1"/>
          </p:cNvSpPr>
          <p:nvPr>
            <p:ph type="sldNum" sz="quarter" idx="12"/>
          </p:nvPr>
        </p:nvSpPr>
        <p:spPr/>
        <p:txBody>
          <a:bodyPr/>
          <a:lstStyle/>
          <a:p>
            <a:r>
              <a:rPr lang="en-US" dirty="0"/>
              <a:t>1</a:t>
            </a:r>
          </a:p>
          <a:p>
            <a:endParaRPr lang="en-US" dirty="0"/>
          </a:p>
        </p:txBody>
      </p:sp>
      <p:sp>
        <p:nvSpPr>
          <p:cNvPr id="3" name="Rectangle 2"/>
          <p:cNvSpPr/>
          <p:nvPr/>
        </p:nvSpPr>
        <p:spPr>
          <a:xfrm>
            <a:off x="662809" y="1143000"/>
            <a:ext cx="5958677" cy="461665"/>
          </a:xfrm>
          <a:prstGeom prst="rect">
            <a:avLst/>
          </a:prstGeom>
        </p:spPr>
        <p:txBody>
          <a:bodyPr wrap="square">
            <a:spAutoFit/>
          </a:bodyPr>
          <a:lstStyle/>
          <a:p>
            <a:r>
              <a:rPr lang="en-US" sz="2400" dirty="0">
                <a:solidFill>
                  <a:srgbClr val="0070C0"/>
                </a:solidFill>
              </a:rPr>
              <a:t>Text Book</a:t>
            </a:r>
          </a:p>
        </p:txBody>
      </p:sp>
      <p:graphicFrame>
        <p:nvGraphicFramePr>
          <p:cNvPr id="9" name="Table 8"/>
          <p:cNvGraphicFramePr>
            <a:graphicFrameLocks noGrp="1"/>
          </p:cNvGraphicFramePr>
          <p:nvPr>
            <p:extLst>
              <p:ext uri="{D42A27DB-BD31-4B8C-83A1-F6EECF244321}">
                <p14:modId xmlns:p14="http://schemas.microsoft.com/office/powerpoint/2010/main" val="2416956076"/>
              </p:ext>
            </p:extLst>
          </p:nvPr>
        </p:nvGraphicFramePr>
        <p:xfrm>
          <a:off x="662809" y="1827105"/>
          <a:ext cx="6172199" cy="731520"/>
        </p:xfrm>
        <a:graphic>
          <a:graphicData uri="http://schemas.openxmlformats.org/drawingml/2006/table">
            <a:tbl>
              <a:tblPr firstRow="1" firstCol="1" bandRow="1">
                <a:tableStyleId>{5C22544A-7EE6-4342-B048-85BDC9FD1C3A}</a:tableStyleId>
              </a:tblPr>
              <a:tblGrid>
                <a:gridCol w="6172199">
                  <a:extLst>
                    <a:ext uri="{9D8B030D-6E8A-4147-A177-3AD203B41FA5}">
                      <a16:colId xmlns:a16="http://schemas.microsoft.com/office/drawing/2014/main" val="20000"/>
                    </a:ext>
                  </a:extLst>
                </a:gridCol>
              </a:tblGrid>
              <a:tr h="539931">
                <a:tc>
                  <a:txBody>
                    <a:bodyPr/>
                    <a:lstStyle/>
                    <a:p>
                      <a:pPr marL="0" marR="0" indent="0" algn="just">
                        <a:spcBef>
                          <a:spcPts val="0"/>
                        </a:spcBef>
                        <a:spcAft>
                          <a:spcPts val="0"/>
                        </a:spcAft>
                        <a:buFont typeface="Arial" pitchFamily="34" charset="0"/>
                        <a:buNone/>
                      </a:pPr>
                      <a:r>
                        <a:rPr lang="en-US" sz="2400" dirty="0">
                          <a:solidFill>
                            <a:schemeClr val="tx1"/>
                          </a:solidFill>
                          <a:effectLst/>
                        </a:rPr>
                        <a:t>WHAT EVERY ENGINEER SHOULD KNOW ABOUT BUSINESS COMMUNICATION</a:t>
                      </a:r>
                      <a:endParaRPr lang="en-US" sz="2000" dirty="0">
                        <a:solidFill>
                          <a:schemeClr val="tx1"/>
                        </a:solidFill>
                        <a:effectLst/>
                        <a:latin typeface="Calibri"/>
                        <a:ea typeface="Calibri"/>
                        <a:cs typeface="Vrinda"/>
                      </a:endParaRPr>
                    </a:p>
                  </a:txBody>
                  <a:tcPr marL="68580" marR="68580" marT="0" marB="0">
                    <a:solidFill>
                      <a:schemeClr val="bg1"/>
                    </a:solidFill>
                  </a:tcPr>
                </a:tc>
                <a:extLst>
                  <a:ext uri="{0D108BD9-81ED-4DB2-BD59-A6C34878D82A}">
                    <a16:rowId xmlns:a16="http://schemas.microsoft.com/office/drawing/2014/main" val="10000"/>
                  </a:ext>
                </a:extLst>
              </a:tr>
            </a:tbl>
          </a:graphicData>
        </a:graphic>
      </p:graphicFrame>
      <p:sp>
        <p:nvSpPr>
          <p:cNvPr id="10" name="Rectangle 9"/>
          <p:cNvSpPr/>
          <p:nvPr/>
        </p:nvSpPr>
        <p:spPr>
          <a:xfrm>
            <a:off x="1526852" y="3733800"/>
            <a:ext cx="6266330" cy="1323439"/>
          </a:xfrm>
          <a:prstGeom prst="rect">
            <a:avLst/>
          </a:prstGeom>
        </p:spPr>
        <p:txBody>
          <a:bodyPr wrap="square">
            <a:spAutoFit/>
          </a:bodyPr>
          <a:lstStyle/>
          <a:p>
            <a:pPr algn="ctr"/>
            <a:r>
              <a:rPr lang="en-US" sz="2800" b="1" dirty="0">
                <a:solidFill>
                  <a:srgbClr val="FF0000"/>
                </a:solidFill>
              </a:rPr>
              <a:t>Listening Interactive Communication about Engineering Risk </a:t>
            </a:r>
          </a:p>
          <a:p>
            <a:pPr algn="ctr"/>
            <a:r>
              <a:rPr lang="en-US" sz="2400" b="1" dirty="0"/>
              <a:t>by </a:t>
            </a:r>
            <a:r>
              <a:rPr lang="en-US" sz="2400" b="1" i="1" dirty="0"/>
              <a:t>John X. Wang</a:t>
            </a:r>
          </a:p>
        </p:txBody>
      </p:sp>
    </p:spTree>
    <p:extLst>
      <p:ext uri="{BB962C8B-B14F-4D97-AF65-F5344CB8AC3E}">
        <p14:creationId xmlns:p14="http://schemas.microsoft.com/office/powerpoint/2010/main" val="11249962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990380" y="150524"/>
            <a:ext cx="4876800" cy="2031675"/>
          </a:xfrm>
        </p:spPr>
      </p:pic>
      <p:sp>
        <p:nvSpPr>
          <p:cNvPr id="4" name="Date Placeholder 3"/>
          <p:cNvSpPr>
            <a:spLocks noGrp="1"/>
          </p:cNvSpPr>
          <p:nvPr>
            <p:ph type="dt" sz="half" idx="10"/>
          </p:nvPr>
        </p:nvSpPr>
        <p:spPr/>
        <p:txBody>
          <a:bodyPr/>
          <a:lstStyle/>
          <a:p>
            <a:fld id="{1C26E746-3AE6-49E4-AA33-FACB3B1AE887}" type="datetime1">
              <a:rPr lang="en-US" smtClean="0"/>
              <a:t>2/2/2026</a:t>
            </a:fld>
            <a:endParaRPr lang="en-US"/>
          </a:p>
        </p:txBody>
      </p:sp>
      <p:sp>
        <p:nvSpPr>
          <p:cNvPr id="5" name="Slide Number Placeholder 4"/>
          <p:cNvSpPr>
            <a:spLocks noGrp="1"/>
          </p:cNvSpPr>
          <p:nvPr>
            <p:ph type="sldNum" sz="quarter" idx="12"/>
          </p:nvPr>
        </p:nvSpPr>
        <p:spPr/>
        <p:txBody>
          <a:bodyPr/>
          <a:lstStyle/>
          <a:p>
            <a:fld id="{D3475259-C304-4272-8FDF-2C3F4334C8F4}" type="slidenum">
              <a:rPr lang="en-US" smtClean="0"/>
              <a:t>3</a:t>
            </a:fld>
            <a:endParaRPr lang="en-US"/>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41786" y="2089457"/>
            <a:ext cx="5830614" cy="4372962"/>
          </a:xfrm>
          <a:prstGeom prst="rect">
            <a:avLst/>
          </a:prstGeom>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67180" y="109408"/>
            <a:ext cx="2874663" cy="2021165"/>
          </a:xfrm>
          <a:prstGeom prst="rect">
            <a:avLst/>
          </a:prstGeom>
        </p:spPr>
      </p:pic>
    </p:spTree>
    <p:extLst>
      <p:ext uri="{BB962C8B-B14F-4D97-AF65-F5344CB8AC3E}">
        <p14:creationId xmlns:p14="http://schemas.microsoft.com/office/powerpoint/2010/main" val="30990178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6700" y="514245"/>
            <a:ext cx="8610600" cy="2121335"/>
          </a:xfrm>
        </p:spPr>
        <p:txBody>
          <a:bodyPr>
            <a:normAutofit/>
          </a:bodyPr>
          <a:lstStyle/>
          <a:p>
            <a:pPr algn="just">
              <a:lnSpc>
                <a:spcPct val="100000"/>
              </a:lnSpc>
            </a:pPr>
            <a:r>
              <a:rPr lang="en-US" sz="1800" dirty="0"/>
              <a:t>Being able to listen well is crucial to workplace communication skills in any job role. </a:t>
            </a:r>
          </a:p>
          <a:p>
            <a:pPr algn="just">
              <a:lnSpc>
                <a:spcPct val="100000"/>
              </a:lnSpc>
            </a:pPr>
            <a:r>
              <a:rPr lang="en-US" sz="1800" dirty="0"/>
              <a:t>Great listening skills will allow you to perform better, communicate more effectively, understand more, and feel like a part of the team. Great listening skills from both managers and employees will lead to a better working relationship.</a:t>
            </a:r>
          </a:p>
          <a:p>
            <a:pPr algn="just">
              <a:lnSpc>
                <a:spcPct val="100000"/>
              </a:lnSpc>
            </a:pPr>
            <a:r>
              <a:rPr lang="en-US" sz="1800" b="0" i="0" dirty="0">
                <a:solidFill>
                  <a:srgbClr val="040C28"/>
                </a:solidFill>
                <a:effectLst/>
                <a:latin typeface="Google Sans"/>
              </a:rPr>
              <a:t>if one party has information that the other lacks</a:t>
            </a:r>
            <a:r>
              <a:rPr lang="en-US" sz="1800" b="0" i="0" dirty="0">
                <a:solidFill>
                  <a:srgbClr val="4D5156"/>
                </a:solidFill>
                <a:effectLst/>
                <a:latin typeface="Google Sans"/>
              </a:rPr>
              <a:t>. This is said to cause market failure. </a:t>
            </a:r>
            <a:endParaRPr lang="en-US" sz="1800" dirty="0"/>
          </a:p>
        </p:txBody>
      </p:sp>
      <p:sp>
        <p:nvSpPr>
          <p:cNvPr id="4" name="Date Placeholder 3"/>
          <p:cNvSpPr>
            <a:spLocks noGrp="1"/>
          </p:cNvSpPr>
          <p:nvPr>
            <p:ph type="dt" sz="half" idx="10"/>
          </p:nvPr>
        </p:nvSpPr>
        <p:spPr/>
        <p:txBody>
          <a:bodyPr/>
          <a:lstStyle/>
          <a:p>
            <a:fld id="{1C26E746-3AE6-49E4-AA33-FACB3B1AE887}" type="datetime1">
              <a:rPr lang="en-US" smtClean="0"/>
              <a:t>2/2/2026</a:t>
            </a:fld>
            <a:endParaRPr lang="en-US"/>
          </a:p>
        </p:txBody>
      </p:sp>
      <p:sp>
        <p:nvSpPr>
          <p:cNvPr id="5" name="Slide Number Placeholder 4"/>
          <p:cNvSpPr>
            <a:spLocks noGrp="1"/>
          </p:cNvSpPr>
          <p:nvPr>
            <p:ph type="sldNum" sz="quarter" idx="12"/>
          </p:nvPr>
        </p:nvSpPr>
        <p:spPr/>
        <p:txBody>
          <a:bodyPr/>
          <a:lstStyle/>
          <a:p>
            <a:fld id="{D3475259-C304-4272-8FDF-2C3F4334C8F4}" type="slidenum">
              <a:rPr lang="en-US" smtClean="0"/>
              <a:t>4</a:t>
            </a:fld>
            <a:endParaRPr lang="en-US"/>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10000" y="2811695"/>
            <a:ext cx="4705350" cy="3529012"/>
          </a:xfrm>
          <a:prstGeom prst="rect">
            <a:avLst/>
          </a:prstGeom>
        </p:spPr>
      </p:pic>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8253" y="3173359"/>
            <a:ext cx="3326492" cy="2701851"/>
          </a:xfrm>
          <a:prstGeom prst="rect">
            <a:avLst/>
          </a:prstGeom>
        </p:spPr>
      </p:pic>
    </p:spTree>
    <p:extLst>
      <p:ext uri="{BB962C8B-B14F-4D97-AF65-F5344CB8AC3E}">
        <p14:creationId xmlns:p14="http://schemas.microsoft.com/office/powerpoint/2010/main" val="4141986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C26E746-3AE6-49E4-AA33-FACB3B1AE887}" type="datetime1">
              <a:rPr lang="en-US" smtClean="0"/>
              <a:t>2/2/2026</a:t>
            </a:fld>
            <a:endParaRPr lang="en-US"/>
          </a:p>
        </p:txBody>
      </p:sp>
      <p:sp>
        <p:nvSpPr>
          <p:cNvPr id="5" name="Slide Number Placeholder 4"/>
          <p:cNvSpPr>
            <a:spLocks noGrp="1"/>
          </p:cNvSpPr>
          <p:nvPr>
            <p:ph type="sldNum" sz="quarter" idx="12"/>
          </p:nvPr>
        </p:nvSpPr>
        <p:spPr/>
        <p:txBody>
          <a:bodyPr/>
          <a:lstStyle/>
          <a:p>
            <a:fld id="{D3475259-C304-4272-8FDF-2C3F4334C8F4}" type="slidenum">
              <a:rPr lang="en-US" smtClean="0"/>
              <a:t>5</a:t>
            </a:fld>
            <a:endParaRPr lang="en-US"/>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02066" y="1303573"/>
            <a:ext cx="7011405" cy="5417903"/>
          </a:xfrm>
          <a:prstGeom prst="rect">
            <a:avLst/>
          </a:prstGeom>
        </p:spPr>
      </p:pic>
      <p:pic>
        <p:nvPicPr>
          <p:cNvPr id="9" name="Content Placeholder 5">
            <a:extLst>
              <a:ext uri="{FF2B5EF4-FFF2-40B4-BE49-F238E27FC236}">
                <a16:creationId xmlns:a16="http://schemas.microsoft.com/office/drawing/2014/main" id="{F83C2771-1A6D-1472-413C-313E4668B0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998" y="0"/>
            <a:ext cx="3187626" cy="2380094"/>
          </a:xfrm>
          <a:prstGeom prst="rect">
            <a:avLst/>
          </a:prstGeom>
        </p:spPr>
      </p:pic>
    </p:spTree>
    <p:extLst>
      <p:ext uri="{BB962C8B-B14F-4D97-AF65-F5344CB8AC3E}">
        <p14:creationId xmlns:p14="http://schemas.microsoft.com/office/powerpoint/2010/main" val="35854086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E96019D-A78E-45A8-B55F-523EB8521FEC}" type="datetime1">
              <a:rPr lang="en-US" smtClean="0"/>
              <a:t>2/2/2026</a:t>
            </a:fld>
            <a:endParaRPr lang="en-US"/>
          </a:p>
        </p:txBody>
      </p:sp>
      <p:sp>
        <p:nvSpPr>
          <p:cNvPr id="6" name="Slide Number Placeholder 5"/>
          <p:cNvSpPr>
            <a:spLocks noGrp="1"/>
          </p:cNvSpPr>
          <p:nvPr>
            <p:ph type="sldNum" sz="quarter" idx="12"/>
          </p:nvPr>
        </p:nvSpPr>
        <p:spPr/>
        <p:txBody>
          <a:bodyPr/>
          <a:lstStyle/>
          <a:p>
            <a:r>
              <a:rPr lang="en-US" dirty="0"/>
              <a:t>2</a:t>
            </a:r>
          </a:p>
        </p:txBody>
      </p:sp>
      <p:sp>
        <p:nvSpPr>
          <p:cNvPr id="3" name="TextBox 2"/>
          <p:cNvSpPr txBox="1"/>
          <p:nvPr/>
        </p:nvSpPr>
        <p:spPr>
          <a:xfrm>
            <a:off x="295783" y="265049"/>
            <a:ext cx="8759824" cy="1200329"/>
          </a:xfrm>
          <a:prstGeom prst="rect">
            <a:avLst/>
          </a:prstGeom>
          <a:noFill/>
        </p:spPr>
        <p:txBody>
          <a:bodyPr wrap="square" rtlCol="0">
            <a:spAutoFit/>
          </a:bodyPr>
          <a:lstStyle/>
          <a:p>
            <a:r>
              <a:rPr lang="en-US" sz="3200" dirty="0"/>
              <a:t>Listening—A Forgotten Risk</a:t>
            </a:r>
          </a:p>
          <a:p>
            <a:pPr algn="just"/>
            <a:r>
              <a:rPr lang="en-US" sz="2000" dirty="0"/>
              <a:t>The more effectively you listen, the more effectively you communicate. However, only about 25% of listeners grasp the central ideas in business communications</a:t>
            </a:r>
          </a:p>
        </p:txBody>
      </p:sp>
      <p:sp>
        <p:nvSpPr>
          <p:cNvPr id="2" name="AutoShape 2" descr="Image result for persuasion"/>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aphicFrame>
        <p:nvGraphicFramePr>
          <p:cNvPr id="12" name="Table 11"/>
          <p:cNvGraphicFramePr>
            <a:graphicFrameLocks noGrp="1"/>
          </p:cNvGraphicFramePr>
          <p:nvPr>
            <p:extLst>
              <p:ext uri="{D42A27DB-BD31-4B8C-83A1-F6EECF244321}">
                <p14:modId xmlns:p14="http://schemas.microsoft.com/office/powerpoint/2010/main" val="2183158284"/>
              </p:ext>
            </p:extLst>
          </p:nvPr>
        </p:nvGraphicFramePr>
        <p:xfrm>
          <a:off x="447237" y="2079994"/>
          <a:ext cx="8478006" cy="4247454"/>
        </p:xfrm>
        <a:graphic>
          <a:graphicData uri="http://schemas.openxmlformats.org/drawingml/2006/table">
            <a:tbl>
              <a:tblPr firstRow="1" bandRow="1">
                <a:tableStyleId>{5FD0F851-EC5A-4D38-B0AD-8093EC10F338}</a:tableStyleId>
              </a:tblPr>
              <a:tblGrid>
                <a:gridCol w="4239003">
                  <a:extLst>
                    <a:ext uri="{9D8B030D-6E8A-4147-A177-3AD203B41FA5}">
                      <a16:colId xmlns:a16="http://schemas.microsoft.com/office/drawing/2014/main" val="20000"/>
                    </a:ext>
                  </a:extLst>
                </a:gridCol>
                <a:gridCol w="4239003">
                  <a:extLst>
                    <a:ext uri="{9D8B030D-6E8A-4147-A177-3AD203B41FA5}">
                      <a16:colId xmlns:a16="http://schemas.microsoft.com/office/drawing/2014/main" val="20001"/>
                    </a:ext>
                  </a:extLst>
                </a:gridCol>
              </a:tblGrid>
              <a:tr h="489168">
                <a:tc>
                  <a:txBody>
                    <a:bodyPr/>
                    <a:lstStyle/>
                    <a:p>
                      <a:r>
                        <a:rPr lang="en-US" sz="2000" dirty="0"/>
                        <a:t>Poor</a:t>
                      </a:r>
                      <a:r>
                        <a:rPr lang="en-US" sz="2000" baseline="0" dirty="0"/>
                        <a:t> </a:t>
                      </a:r>
                      <a:r>
                        <a:rPr lang="en-US" sz="2000" dirty="0"/>
                        <a:t>Listener</a:t>
                      </a:r>
                    </a:p>
                  </a:txBody>
                  <a:tcPr/>
                </a:tc>
                <a:tc>
                  <a:txBody>
                    <a:bodyPr/>
                    <a:lstStyle/>
                    <a:p>
                      <a:r>
                        <a:rPr lang="en-US" sz="2000" dirty="0"/>
                        <a:t>Effective Listener </a:t>
                      </a:r>
                    </a:p>
                  </a:txBody>
                  <a:tcPr/>
                </a:tc>
                <a:extLst>
                  <a:ext uri="{0D108BD9-81ED-4DB2-BD59-A6C34878D82A}">
                    <a16:rowId xmlns:a16="http://schemas.microsoft.com/office/drawing/2014/main" val="10000"/>
                  </a:ext>
                </a:extLst>
              </a:tr>
              <a:tr h="1679234">
                <a:tc>
                  <a:txBody>
                    <a:bodyPr/>
                    <a:lstStyle/>
                    <a:p>
                      <a:r>
                        <a:rPr lang="en-US" sz="2000" dirty="0"/>
                        <a:t>Tends</a:t>
                      </a:r>
                      <a:r>
                        <a:rPr lang="en-US" sz="2000" baseline="0" dirty="0"/>
                        <a:t> </a:t>
                      </a:r>
                      <a:r>
                        <a:rPr lang="en-US" sz="2000" dirty="0"/>
                        <a:t>to</a:t>
                      </a:r>
                      <a:r>
                        <a:rPr lang="en-US" sz="2000" baseline="0" dirty="0"/>
                        <a:t> </a:t>
                      </a:r>
                      <a:r>
                        <a:rPr lang="en-US" sz="2000" dirty="0"/>
                        <a:t>“wool-gather”</a:t>
                      </a:r>
                      <a:r>
                        <a:rPr lang="en-US" sz="2000" baseline="0" dirty="0"/>
                        <a:t> </a:t>
                      </a:r>
                      <a:r>
                        <a:rPr lang="en-US" sz="2000" dirty="0"/>
                        <a:t>with</a:t>
                      </a:r>
                      <a:r>
                        <a:rPr lang="en-US" sz="2000" baseline="0" dirty="0"/>
                        <a:t> </a:t>
                      </a:r>
                      <a:r>
                        <a:rPr lang="en-US" sz="2000" dirty="0"/>
                        <a:t>slow</a:t>
                      </a:r>
                      <a:r>
                        <a:rPr lang="en-US" sz="2000" baseline="0" dirty="0"/>
                        <a:t> </a:t>
                      </a:r>
                      <a:r>
                        <a:rPr lang="en-US" sz="2000" dirty="0"/>
                        <a:t>speakers.</a:t>
                      </a:r>
                    </a:p>
                  </a:txBody>
                  <a:tcPr/>
                </a:tc>
                <a:tc>
                  <a:txBody>
                    <a:bodyPr/>
                    <a:lstStyle/>
                    <a:p>
                      <a:r>
                        <a:rPr lang="en-US" sz="2000" dirty="0"/>
                        <a:t>Thinks</a:t>
                      </a:r>
                      <a:r>
                        <a:rPr lang="en-US" sz="2000" baseline="0" dirty="0"/>
                        <a:t> </a:t>
                      </a:r>
                      <a:r>
                        <a:rPr lang="en-US" sz="2000" dirty="0"/>
                        <a:t>and</a:t>
                      </a:r>
                      <a:r>
                        <a:rPr lang="en-US" sz="2000" baseline="0" dirty="0"/>
                        <a:t> </a:t>
                      </a:r>
                      <a:r>
                        <a:rPr lang="en-US" sz="2000" dirty="0"/>
                        <a:t>mentally summarizes,</a:t>
                      </a:r>
                      <a:r>
                        <a:rPr lang="en-US" sz="2000" baseline="0" dirty="0"/>
                        <a:t> </a:t>
                      </a:r>
                      <a:r>
                        <a:rPr lang="en-US" sz="2000" dirty="0"/>
                        <a:t>listens between</a:t>
                      </a:r>
                      <a:r>
                        <a:rPr lang="en-US" sz="2000" baseline="0" dirty="0"/>
                        <a:t> </a:t>
                      </a:r>
                      <a:r>
                        <a:rPr lang="en-US" sz="2000" dirty="0"/>
                        <a:t>the lines to</a:t>
                      </a:r>
                      <a:r>
                        <a:rPr lang="en-US" sz="2000" baseline="0" dirty="0"/>
                        <a:t> </a:t>
                      </a:r>
                      <a:r>
                        <a:rPr lang="en-US" sz="2000" dirty="0"/>
                        <a:t> tones of voice and evidence.</a:t>
                      </a:r>
                    </a:p>
                  </a:txBody>
                  <a:tcPr/>
                </a:tc>
                <a:extLst>
                  <a:ext uri="{0D108BD9-81ED-4DB2-BD59-A6C34878D82A}">
                    <a16:rowId xmlns:a16="http://schemas.microsoft.com/office/drawing/2014/main" val="10001"/>
                  </a:ext>
                </a:extLst>
              </a:tr>
              <a:tr h="719672">
                <a:tc>
                  <a:txBody>
                    <a:bodyPr/>
                    <a:lstStyle/>
                    <a:p>
                      <a:r>
                        <a:rPr lang="en-US" sz="2000" dirty="0"/>
                        <a:t>Subject is dry, so tunes</a:t>
                      </a:r>
                      <a:r>
                        <a:rPr lang="en-US" sz="2000" baseline="0" dirty="0"/>
                        <a:t> </a:t>
                      </a:r>
                      <a:r>
                        <a:rPr lang="en-US" sz="2000" dirty="0"/>
                        <a:t>out</a:t>
                      </a:r>
                      <a:r>
                        <a:rPr lang="en-US" sz="2000" baseline="0" dirty="0"/>
                        <a:t> </a:t>
                      </a:r>
                      <a:r>
                        <a:rPr lang="en-US" sz="2000" dirty="0"/>
                        <a:t>speaker</a:t>
                      </a:r>
                    </a:p>
                  </a:txBody>
                  <a:tcPr/>
                </a:tc>
                <a:tc>
                  <a:txBody>
                    <a:bodyPr/>
                    <a:lstStyle/>
                    <a:p>
                      <a:r>
                        <a:rPr lang="en-US" sz="2000" dirty="0"/>
                        <a:t>Finds</a:t>
                      </a:r>
                      <a:r>
                        <a:rPr lang="en-US" sz="2000" baseline="0" dirty="0"/>
                        <a:t> </a:t>
                      </a:r>
                      <a:r>
                        <a:rPr lang="en-US" sz="2000" dirty="0"/>
                        <a:t>“what’s in</a:t>
                      </a:r>
                      <a:r>
                        <a:rPr lang="en-US" sz="2000" baseline="0" dirty="0"/>
                        <a:t> </a:t>
                      </a:r>
                      <a:r>
                        <a:rPr lang="en-US" sz="2000" dirty="0"/>
                        <a:t>it for</a:t>
                      </a:r>
                      <a:r>
                        <a:rPr lang="en-US" sz="2000" baseline="0" dirty="0"/>
                        <a:t> </a:t>
                      </a:r>
                      <a:r>
                        <a:rPr lang="en-US" sz="2000" dirty="0"/>
                        <a:t>me”</a:t>
                      </a:r>
                    </a:p>
                  </a:txBody>
                  <a:tcPr/>
                </a:tc>
                <a:extLst>
                  <a:ext uri="{0D108BD9-81ED-4DB2-BD59-A6C34878D82A}">
                    <a16:rowId xmlns:a16="http://schemas.microsoft.com/office/drawing/2014/main" val="10002"/>
                  </a:ext>
                </a:extLst>
              </a:tr>
              <a:tr h="1359380">
                <a:tc>
                  <a:txBody>
                    <a:bodyPr/>
                    <a:lstStyle/>
                    <a:p>
                      <a:r>
                        <a:rPr lang="en-US" sz="2000" dirty="0"/>
                        <a:t>Takes</a:t>
                      </a:r>
                      <a:r>
                        <a:rPr lang="en-US" sz="2000" baseline="0" dirty="0"/>
                        <a:t> </a:t>
                      </a:r>
                      <a:r>
                        <a:rPr lang="en-US" sz="2000" dirty="0"/>
                        <a:t>intensive</a:t>
                      </a:r>
                      <a:r>
                        <a:rPr lang="en-US" sz="2000" baseline="0" dirty="0"/>
                        <a:t> </a:t>
                      </a:r>
                      <a:r>
                        <a:rPr lang="en-US" sz="2000" dirty="0"/>
                        <a:t>notes,</a:t>
                      </a:r>
                      <a:r>
                        <a:rPr lang="en-US" sz="2000" baseline="0" dirty="0"/>
                        <a:t> </a:t>
                      </a:r>
                      <a:r>
                        <a:rPr lang="en-US" sz="2000" dirty="0"/>
                        <a:t>but</a:t>
                      </a:r>
                      <a:r>
                        <a:rPr lang="en-US" sz="2000" baseline="0" dirty="0"/>
                        <a:t> </a:t>
                      </a:r>
                      <a:r>
                        <a:rPr lang="en-US" sz="2000" dirty="0"/>
                        <a:t>the</a:t>
                      </a:r>
                      <a:r>
                        <a:rPr lang="en-US" sz="2000" baseline="0" dirty="0"/>
                        <a:t> </a:t>
                      </a:r>
                      <a:r>
                        <a:rPr lang="en-US" sz="2000" dirty="0"/>
                        <a:t>more notes</a:t>
                      </a:r>
                      <a:r>
                        <a:rPr lang="en-US" sz="2000" baseline="0" dirty="0"/>
                        <a:t> </a:t>
                      </a:r>
                      <a:r>
                        <a:rPr lang="en-US" sz="2000" dirty="0"/>
                        <a:t>taken,</a:t>
                      </a:r>
                      <a:r>
                        <a:rPr lang="en-US" sz="2000" baseline="0" dirty="0"/>
                        <a:t> </a:t>
                      </a:r>
                      <a:r>
                        <a:rPr lang="en-US" sz="2000" dirty="0"/>
                        <a:t>the</a:t>
                      </a:r>
                      <a:r>
                        <a:rPr lang="en-US" sz="2000" baseline="0" dirty="0"/>
                        <a:t> </a:t>
                      </a:r>
                      <a:r>
                        <a:rPr lang="en-US" sz="2000" dirty="0"/>
                        <a:t>less</a:t>
                      </a:r>
                      <a:r>
                        <a:rPr lang="en-US" sz="2000" baseline="0" dirty="0"/>
                        <a:t> </a:t>
                      </a:r>
                      <a:r>
                        <a:rPr lang="en-US" sz="2000" dirty="0"/>
                        <a:t>value;</a:t>
                      </a:r>
                      <a:r>
                        <a:rPr lang="en-US" sz="2000" baseline="0" dirty="0"/>
                        <a:t> </a:t>
                      </a:r>
                      <a:r>
                        <a:rPr lang="en-US" sz="2000" dirty="0"/>
                        <a:t>has</a:t>
                      </a:r>
                      <a:r>
                        <a:rPr lang="en-US" sz="2000" baseline="0" dirty="0"/>
                        <a:t> </a:t>
                      </a:r>
                      <a:r>
                        <a:rPr lang="en-US" sz="2000" dirty="0"/>
                        <a:t>only</a:t>
                      </a:r>
                      <a:r>
                        <a:rPr lang="en-US" sz="2000" baseline="0" dirty="0"/>
                        <a:t> </a:t>
                      </a:r>
                      <a:r>
                        <a:rPr lang="en-US" sz="2000" dirty="0"/>
                        <a:t>one way to</a:t>
                      </a:r>
                      <a:r>
                        <a:rPr lang="en-US" sz="2000" baseline="0" dirty="0"/>
                        <a:t> </a:t>
                      </a:r>
                      <a:r>
                        <a:rPr lang="en-US" sz="2000" dirty="0"/>
                        <a:t>take notes</a:t>
                      </a:r>
                    </a:p>
                  </a:txBody>
                  <a:tcPr/>
                </a:tc>
                <a:tc>
                  <a:txBody>
                    <a:bodyPr/>
                    <a:lstStyle/>
                    <a:p>
                      <a:r>
                        <a:rPr lang="en-US" sz="2000" dirty="0"/>
                        <a:t>Has two to three ways</a:t>
                      </a:r>
                      <a:r>
                        <a:rPr lang="en-US" sz="2000" baseline="0" dirty="0"/>
                        <a:t> </a:t>
                      </a:r>
                      <a:r>
                        <a:rPr lang="en-US" sz="2000" dirty="0"/>
                        <a:t>to take notes and</a:t>
                      </a:r>
                      <a:r>
                        <a:rPr lang="en-US" sz="2000" baseline="0" dirty="0"/>
                        <a:t> </a:t>
                      </a:r>
                      <a:r>
                        <a:rPr lang="en-US" sz="2000" dirty="0"/>
                        <a:t>organize important</a:t>
                      </a:r>
                      <a:r>
                        <a:rPr lang="en-US" sz="2000" baseline="0" dirty="0"/>
                        <a:t> </a:t>
                      </a:r>
                      <a:r>
                        <a:rPr lang="en-US" sz="2000" dirty="0"/>
                        <a:t>information</a:t>
                      </a:r>
                    </a:p>
                    <a:p>
                      <a:endParaRPr lang="en-US" sz="20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6664731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AA2B146-08A8-4D9B-AD06-83E18EA33E91}" type="datetime1">
              <a:rPr lang="en-US" smtClean="0"/>
              <a:t>2/2/2026</a:t>
            </a:fld>
            <a:endParaRPr lang="en-US"/>
          </a:p>
        </p:txBody>
      </p:sp>
      <p:sp>
        <p:nvSpPr>
          <p:cNvPr id="6" name="Slide Number Placeholder 5"/>
          <p:cNvSpPr>
            <a:spLocks noGrp="1"/>
          </p:cNvSpPr>
          <p:nvPr>
            <p:ph type="sldNum" sz="quarter" idx="12"/>
          </p:nvPr>
        </p:nvSpPr>
        <p:spPr/>
        <p:txBody>
          <a:bodyPr/>
          <a:lstStyle/>
          <a:p>
            <a:r>
              <a:rPr lang="en-US" dirty="0"/>
              <a:t>2</a:t>
            </a:r>
          </a:p>
        </p:txBody>
      </p:sp>
      <p:sp>
        <p:nvSpPr>
          <p:cNvPr id="3" name="TextBox 2"/>
          <p:cNvSpPr txBox="1"/>
          <p:nvPr/>
        </p:nvSpPr>
        <p:spPr>
          <a:xfrm>
            <a:off x="1239981" y="467591"/>
            <a:ext cx="6741459" cy="584775"/>
          </a:xfrm>
          <a:prstGeom prst="rect">
            <a:avLst/>
          </a:prstGeom>
          <a:noFill/>
        </p:spPr>
        <p:txBody>
          <a:bodyPr wrap="square" rtlCol="0">
            <a:spAutoFit/>
          </a:bodyPr>
          <a:lstStyle/>
          <a:p>
            <a:pPr algn="ctr"/>
            <a:r>
              <a:rPr lang="en-US" sz="3200" dirty="0"/>
              <a:t>Listening—A Forgotten Risk	</a:t>
            </a:r>
          </a:p>
        </p:txBody>
      </p:sp>
      <p:sp>
        <p:nvSpPr>
          <p:cNvPr id="2" name="AutoShape 2" descr="Image result for persuasion"/>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aphicFrame>
        <p:nvGraphicFramePr>
          <p:cNvPr id="12" name="Table 11"/>
          <p:cNvGraphicFramePr>
            <a:graphicFrameLocks noGrp="1"/>
          </p:cNvGraphicFramePr>
          <p:nvPr>
            <p:extLst>
              <p:ext uri="{D42A27DB-BD31-4B8C-83A1-F6EECF244321}">
                <p14:modId xmlns:p14="http://schemas.microsoft.com/office/powerpoint/2010/main" val="3674193144"/>
              </p:ext>
            </p:extLst>
          </p:nvPr>
        </p:nvGraphicFramePr>
        <p:xfrm>
          <a:off x="304800" y="1752600"/>
          <a:ext cx="8496590" cy="3080202"/>
        </p:xfrm>
        <a:graphic>
          <a:graphicData uri="http://schemas.openxmlformats.org/drawingml/2006/table">
            <a:tbl>
              <a:tblPr firstRow="1" bandRow="1">
                <a:tableStyleId>{BC89EF96-8CEA-46FF-86C4-4CE0E7609802}</a:tableStyleId>
              </a:tblPr>
              <a:tblGrid>
                <a:gridCol w="4248295">
                  <a:extLst>
                    <a:ext uri="{9D8B030D-6E8A-4147-A177-3AD203B41FA5}">
                      <a16:colId xmlns:a16="http://schemas.microsoft.com/office/drawing/2014/main" val="20000"/>
                    </a:ext>
                  </a:extLst>
                </a:gridCol>
                <a:gridCol w="4248295">
                  <a:extLst>
                    <a:ext uri="{9D8B030D-6E8A-4147-A177-3AD203B41FA5}">
                      <a16:colId xmlns:a16="http://schemas.microsoft.com/office/drawing/2014/main" val="20001"/>
                    </a:ext>
                  </a:extLst>
                </a:gridCol>
              </a:tblGrid>
              <a:tr h="559374">
                <a:tc>
                  <a:txBody>
                    <a:bodyPr/>
                    <a:lstStyle/>
                    <a:p>
                      <a:r>
                        <a:rPr lang="en-US" sz="2000" dirty="0"/>
                        <a:t>Poor</a:t>
                      </a:r>
                      <a:r>
                        <a:rPr lang="en-US" sz="2000" baseline="0" dirty="0"/>
                        <a:t> </a:t>
                      </a:r>
                      <a:r>
                        <a:rPr lang="en-US" sz="2000" dirty="0"/>
                        <a:t>Listener</a:t>
                      </a:r>
                    </a:p>
                  </a:txBody>
                  <a:tcPr/>
                </a:tc>
                <a:tc>
                  <a:txBody>
                    <a:bodyPr/>
                    <a:lstStyle/>
                    <a:p>
                      <a:r>
                        <a:rPr lang="en-US" sz="2000" dirty="0"/>
                        <a:t>Effective Listener </a:t>
                      </a:r>
                    </a:p>
                  </a:txBody>
                  <a:tcPr/>
                </a:tc>
                <a:extLst>
                  <a:ext uri="{0D108BD9-81ED-4DB2-BD59-A6C34878D82A}">
                    <a16:rowId xmlns:a16="http://schemas.microsoft.com/office/drawing/2014/main" val="10000"/>
                  </a:ext>
                </a:extLst>
              </a:tr>
              <a:tr h="559374">
                <a:tc>
                  <a:txBody>
                    <a:bodyPr/>
                    <a:lstStyle/>
                    <a:p>
                      <a:r>
                        <a:rPr lang="en-US" sz="2000" dirty="0"/>
                        <a:t>Is over</a:t>
                      </a:r>
                      <a:r>
                        <a:rPr lang="en-US" sz="2000" baseline="0" dirty="0"/>
                        <a:t> s</a:t>
                      </a:r>
                      <a:r>
                        <a:rPr lang="en-US" sz="2000" dirty="0"/>
                        <a:t>timulated,</a:t>
                      </a:r>
                      <a:r>
                        <a:rPr lang="en-US" sz="2000" baseline="0" dirty="0"/>
                        <a:t> </a:t>
                      </a:r>
                      <a:r>
                        <a:rPr lang="en-US" sz="2000" dirty="0"/>
                        <a:t>and</a:t>
                      </a:r>
                      <a:r>
                        <a:rPr lang="en-US" sz="2000" baseline="0" dirty="0"/>
                        <a:t> </a:t>
                      </a:r>
                      <a:r>
                        <a:rPr lang="en-US" sz="2000" dirty="0"/>
                        <a:t>tends to seek and enter into arguments</a:t>
                      </a:r>
                    </a:p>
                  </a:txBody>
                  <a:tcPr/>
                </a:tc>
                <a:tc>
                  <a:txBody>
                    <a:bodyPr/>
                    <a:lstStyle/>
                    <a:p>
                      <a:r>
                        <a:rPr lang="en-US" sz="2000" dirty="0"/>
                        <a:t>Does</a:t>
                      </a:r>
                      <a:r>
                        <a:rPr lang="en-US" sz="2000" baseline="0" dirty="0"/>
                        <a:t> </a:t>
                      </a:r>
                      <a:r>
                        <a:rPr lang="en-US" sz="2000" dirty="0"/>
                        <a:t>not</a:t>
                      </a:r>
                      <a:r>
                        <a:rPr lang="en-US" sz="2000" baseline="0" dirty="0"/>
                        <a:t> </a:t>
                      </a:r>
                      <a:r>
                        <a:rPr lang="en-US" sz="2000" dirty="0"/>
                        <a:t>judge</a:t>
                      </a:r>
                      <a:r>
                        <a:rPr lang="en-US" sz="2000" baseline="0" dirty="0"/>
                        <a:t> </a:t>
                      </a:r>
                      <a:r>
                        <a:rPr lang="en-US" sz="2000" dirty="0"/>
                        <a:t>until</a:t>
                      </a:r>
                      <a:r>
                        <a:rPr lang="en-US" sz="2000" baseline="0" dirty="0"/>
                        <a:t> </a:t>
                      </a:r>
                      <a:r>
                        <a:rPr lang="en-US" sz="2000" dirty="0"/>
                        <a:t>comprehension is</a:t>
                      </a:r>
                      <a:r>
                        <a:rPr lang="en-US" sz="2000" baseline="0" dirty="0"/>
                        <a:t> </a:t>
                      </a:r>
                      <a:r>
                        <a:rPr lang="en-US" sz="2000" dirty="0"/>
                        <a:t>complete</a:t>
                      </a:r>
                    </a:p>
                  </a:txBody>
                  <a:tcPr/>
                </a:tc>
                <a:extLst>
                  <a:ext uri="{0D108BD9-81ED-4DB2-BD59-A6C34878D82A}">
                    <a16:rowId xmlns:a16="http://schemas.microsoft.com/office/drawing/2014/main" val="10001"/>
                  </a:ext>
                </a:extLst>
              </a:tr>
              <a:tr h="559374">
                <a:tc>
                  <a:txBody>
                    <a:bodyPr/>
                    <a:lstStyle/>
                    <a:p>
                      <a:r>
                        <a:rPr lang="en-US" sz="2000" dirty="0"/>
                        <a:t>Shows</a:t>
                      </a:r>
                      <a:r>
                        <a:rPr lang="en-US" sz="2000" baseline="0" dirty="0"/>
                        <a:t> </a:t>
                      </a:r>
                      <a:r>
                        <a:rPr lang="en-US" sz="2000" dirty="0"/>
                        <a:t>no energy</a:t>
                      </a:r>
                      <a:r>
                        <a:rPr lang="en-US" sz="2000" baseline="0" dirty="0"/>
                        <a:t> </a:t>
                      </a:r>
                      <a:r>
                        <a:rPr lang="en-US" sz="2000" dirty="0"/>
                        <a:t>output</a:t>
                      </a:r>
                    </a:p>
                  </a:txBody>
                  <a:tcPr/>
                </a:tc>
                <a:tc>
                  <a:txBody>
                    <a:bodyPr/>
                    <a:lstStyle/>
                    <a:p>
                      <a:r>
                        <a:rPr lang="en-US" sz="2000" dirty="0"/>
                        <a:t>Holds eye</a:t>
                      </a:r>
                      <a:r>
                        <a:rPr lang="en-US" sz="2000" baseline="0" dirty="0"/>
                        <a:t> </a:t>
                      </a:r>
                      <a:r>
                        <a:rPr lang="en-US" sz="2000" dirty="0"/>
                        <a:t>contact</a:t>
                      </a:r>
                      <a:r>
                        <a:rPr lang="en-US" sz="2000" baseline="0" dirty="0"/>
                        <a:t> </a:t>
                      </a:r>
                      <a:r>
                        <a:rPr lang="en-US" sz="2000" dirty="0"/>
                        <a:t>and</a:t>
                      </a:r>
                      <a:r>
                        <a:rPr lang="en-US" sz="2000" baseline="0" dirty="0"/>
                        <a:t> </a:t>
                      </a:r>
                      <a:r>
                        <a:rPr lang="en-US" sz="2000" dirty="0"/>
                        <a:t>helps</a:t>
                      </a:r>
                      <a:r>
                        <a:rPr lang="en-US" sz="2000" baseline="0" dirty="0"/>
                        <a:t> </a:t>
                      </a:r>
                      <a:r>
                        <a:rPr lang="en-US" sz="2000" dirty="0"/>
                        <a:t>speaker</a:t>
                      </a:r>
                      <a:r>
                        <a:rPr lang="en-US" sz="2000" baseline="0" dirty="0"/>
                        <a:t> </a:t>
                      </a:r>
                      <a:r>
                        <a:rPr lang="en-US" sz="2000" dirty="0"/>
                        <a:t>along  by showing an</a:t>
                      </a:r>
                      <a:r>
                        <a:rPr lang="en-US" sz="2000" baseline="0" dirty="0"/>
                        <a:t> </a:t>
                      </a:r>
                      <a:r>
                        <a:rPr lang="en-US" sz="2000" dirty="0"/>
                        <a:t>active body</a:t>
                      </a:r>
                      <a:r>
                        <a:rPr lang="en-US" sz="2000" baseline="0" dirty="0"/>
                        <a:t> </a:t>
                      </a:r>
                      <a:r>
                        <a:rPr lang="en-US" sz="2000" dirty="0"/>
                        <a:t>state</a:t>
                      </a:r>
                    </a:p>
                  </a:txBody>
                  <a:tcPr/>
                </a:tc>
                <a:extLst>
                  <a:ext uri="{0D108BD9-81ED-4DB2-BD59-A6C34878D82A}">
                    <a16:rowId xmlns:a16="http://schemas.microsoft.com/office/drawing/2014/main" val="10002"/>
                  </a:ext>
                </a:extLst>
              </a:tr>
              <a:tr h="559374">
                <a:tc>
                  <a:txBody>
                    <a:bodyPr/>
                    <a:lstStyle/>
                    <a:p>
                      <a:r>
                        <a:rPr lang="en-US" sz="2000" dirty="0"/>
                        <a:t>Listens</a:t>
                      </a:r>
                      <a:r>
                        <a:rPr lang="en-US" sz="2000" baseline="0" dirty="0"/>
                        <a:t> </a:t>
                      </a:r>
                      <a:r>
                        <a:rPr lang="en-US" sz="2000" dirty="0"/>
                        <a:t>for</a:t>
                      </a:r>
                      <a:r>
                        <a:rPr lang="en-US" sz="2000" baseline="0" dirty="0"/>
                        <a:t> </a:t>
                      </a:r>
                      <a:r>
                        <a:rPr lang="en-US" sz="2000" dirty="0"/>
                        <a:t>facts</a:t>
                      </a:r>
                    </a:p>
                  </a:txBody>
                  <a:tcPr/>
                </a:tc>
                <a:tc>
                  <a:txBody>
                    <a:bodyPr/>
                    <a:lstStyle/>
                    <a:p>
                      <a:r>
                        <a:rPr lang="en-US" sz="2000" dirty="0"/>
                        <a:t>Listens</a:t>
                      </a:r>
                      <a:r>
                        <a:rPr lang="en-US" sz="2000" baseline="0" dirty="0"/>
                        <a:t> </a:t>
                      </a:r>
                      <a:r>
                        <a:rPr lang="en-US" sz="2000" dirty="0"/>
                        <a:t>for</a:t>
                      </a:r>
                      <a:r>
                        <a:rPr lang="en-US" sz="2000" baseline="0" dirty="0"/>
                        <a:t> </a:t>
                      </a:r>
                      <a:r>
                        <a:rPr lang="en-US" sz="2000" dirty="0"/>
                        <a:t>main ideas.</a:t>
                      </a:r>
                    </a:p>
                  </a:txBody>
                  <a:tcPr/>
                </a:tc>
                <a:extLst>
                  <a:ext uri="{0D108BD9-81ED-4DB2-BD59-A6C34878D82A}">
                    <a16:rowId xmlns:a16="http://schemas.microsoft.com/office/drawing/2014/main" val="10003"/>
                  </a:ext>
                </a:extLst>
              </a:tr>
              <a:tr h="559374">
                <a:tc>
                  <a:txBody>
                    <a:bodyPr/>
                    <a:lstStyle/>
                    <a:p>
                      <a:r>
                        <a:rPr lang="en-US" sz="2000" dirty="0"/>
                        <a:t>Interrupts</a:t>
                      </a:r>
                      <a:r>
                        <a:rPr lang="en-US" sz="2000" baseline="0" dirty="0"/>
                        <a:t> </a:t>
                      </a:r>
                      <a:r>
                        <a:rPr lang="en-US" sz="2000" dirty="0"/>
                        <a:t>the</a:t>
                      </a:r>
                      <a:r>
                        <a:rPr lang="en-US" sz="2000" baseline="0" dirty="0"/>
                        <a:t> </a:t>
                      </a:r>
                      <a:r>
                        <a:rPr lang="en-US" sz="2000" dirty="0"/>
                        <a:t>speaker </a:t>
                      </a:r>
                    </a:p>
                  </a:txBody>
                  <a:tcPr/>
                </a:tc>
                <a:tc>
                  <a:txBody>
                    <a:bodyPr/>
                    <a:lstStyle/>
                    <a:p>
                      <a:r>
                        <a:rPr lang="en-US" sz="2000" dirty="0"/>
                        <a:t>Lets</a:t>
                      </a:r>
                      <a:r>
                        <a:rPr lang="en-US" sz="2000" baseline="0" dirty="0"/>
                        <a:t> </a:t>
                      </a:r>
                      <a:r>
                        <a:rPr lang="en-US" sz="2000" dirty="0"/>
                        <a:t>the speaker</a:t>
                      </a:r>
                      <a:r>
                        <a:rPr lang="en-US" sz="2000" baseline="0" dirty="0"/>
                        <a:t> </a:t>
                      </a:r>
                      <a:r>
                        <a:rPr lang="en-US" sz="2000" dirty="0"/>
                        <a:t>finish.</a:t>
                      </a:r>
                    </a:p>
                  </a:txBody>
                  <a:tcPr/>
                </a:tc>
                <a:extLst>
                  <a:ext uri="{0D108BD9-81ED-4DB2-BD59-A6C34878D82A}">
                    <a16:rowId xmlns:a16="http://schemas.microsoft.com/office/drawing/2014/main" val="10004"/>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4180217126"/>
              </p:ext>
            </p:extLst>
          </p:nvPr>
        </p:nvGraphicFramePr>
        <p:xfrm>
          <a:off x="304799" y="4876800"/>
          <a:ext cx="8458200" cy="640080"/>
        </p:xfrm>
        <a:graphic>
          <a:graphicData uri="http://schemas.openxmlformats.org/drawingml/2006/table">
            <a:tbl>
              <a:tblPr firstRow="1" bandRow="1">
                <a:tableStyleId>{3B4B98B0-60AC-42C2-AFA5-B58CD77FA1E5}</a:tableStyleId>
              </a:tblPr>
              <a:tblGrid>
                <a:gridCol w="4229100">
                  <a:extLst>
                    <a:ext uri="{9D8B030D-6E8A-4147-A177-3AD203B41FA5}">
                      <a16:colId xmlns:a16="http://schemas.microsoft.com/office/drawing/2014/main" val="20000"/>
                    </a:ext>
                  </a:extLst>
                </a:gridCol>
                <a:gridCol w="4229100">
                  <a:extLst>
                    <a:ext uri="{9D8B030D-6E8A-4147-A177-3AD203B41FA5}">
                      <a16:colId xmlns:a16="http://schemas.microsoft.com/office/drawing/2014/main" val="20001"/>
                    </a:ext>
                  </a:extLst>
                </a:gridCol>
              </a:tblGrid>
              <a:tr h="381000">
                <a:tc>
                  <a:txBody>
                    <a:bodyPr/>
                    <a:lstStyle/>
                    <a:p>
                      <a:r>
                        <a:rPr lang="en-US" sz="1800" b="0" u="none" strike="noStrike" kern="1200" baseline="0" dirty="0"/>
                        <a:t>Busy thinking about what he or she wants to say next</a:t>
                      </a:r>
                      <a:endParaRPr lang="en-US" sz="1800" b="0" dirty="0"/>
                    </a:p>
                  </a:txBody>
                  <a:tcPr/>
                </a:tc>
                <a:tc>
                  <a:txBody>
                    <a:bodyPr/>
                    <a:lstStyle/>
                    <a:p>
                      <a:r>
                        <a:rPr lang="en-US" sz="1800" b="0" i="0" u="none" strike="noStrike" kern="1200" baseline="0" dirty="0">
                          <a:solidFill>
                            <a:schemeClr val="tx1"/>
                          </a:solidFill>
                          <a:latin typeface="+mn-lt"/>
                          <a:ea typeface="+mn-ea"/>
                          <a:cs typeface="+mn-cs"/>
                        </a:rPr>
                        <a:t>Lets himself or herself finish listening before he or she begins to speak</a:t>
                      </a:r>
                      <a:endParaRPr lang="en-US" sz="1800" dirty="0"/>
                    </a:p>
                  </a:txBody>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9209449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701674"/>
          </a:xfrm>
        </p:spPr>
        <p:txBody>
          <a:bodyPr/>
          <a:lstStyle/>
          <a:p>
            <a:r>
              <a:rPr lang="en-US" b="1" dirty="0"/>
              <a:t>When is Listening Important?</a:t>
            </a:r>
            <a:endParaRPr lang="en-US" dirty="0"/>
          </a:p>
        </p:txBody>
      </p:sp>
      <p:sp>
        <p:nvSpPr>
          <p:cNvPr id="3" name="Content Placeholder 2"/>
          <p:cNvSpPr>
            <a:spLocks noGrp="1"/>
          </p:cNvSpPr>
          <p:nvPr>
            <p:ph idx="1"/>
          </p:nvPr>
        </p:nvSpPr>
        <p:spPr>
          <a:xfrm>
            <a:off x="304800" y="1295400"/>
            <a:ext cx="8210550" cy="4881563"/>
          </a:xfrm>
        </p:spPr>
        <p:txBody>
          <a:bodyPr>
            <a:normAutofit fontScale="85000" lnSpcReduction="20000"/>
          </a:bodyPr>
          <a:lstStyle/>
          <a:p>
            <a:pPr marL="0" indent="0" algn="just">
              <a:lnSpc>
                <a:spcPct val="110000"/>
              </a:lnSpc>
              <a:buNone/>
            </a:pPr>
            <a:r>
              <a:rPr lang="en-US" dirty="0"/>
              <a:t>Listening well is a skill that everyone needs, as it is required in nearly all work activities. Areas where listening skills are important include:</a:t>
            </a:r>
          </a:p>
          <a:p>
            <a:pPr algn="just">
              <a:lnSpc>
                <a:spcPct val="110000"/>
              </a:lnSpc>
            </a:pPr>
            <a:r>
              <a:rPr lang="en-US" b="1" dirty="0"/>
              <a:t>Teamwork. </a:t>
            </a:r>
            <a:r>
              <a:rPr lang="en-US" dirty="0"/>
              <a:t>When team members listen to each other they are better able to share ideas and solve problems.</a:t>
            </a:r>
          </a:p>
          <a:p>
            <a:pPr algn="just">
              <a:lnSpc>
                <a:spcPct val="110000"/>
              </a:lnSpc>
            </a:pPr>
            <a:r>
              <a:rPr lang="en-US" b="1" dirty="0"/>
              <a:t>Decision Making.</a:t>
            </a:r>
            <a:r>
              <a:rPr lang="en-US" dirty="0"/>
              <a:t> Making the best possible decisions requires knowing all of the available information, and in order to know all of the information you need to listen to it and absorb it.</a:t>
            </a:r>
          </a:p>
          <a:p>
            <a:pPr algn="just">
              <a:lnSpc>
                <a:spcPct val="110000"/>
              </a:lnSpc>
            </a:pPr>
            <a:r>
              <a:rPr lang="en-US" b="1" dirty="0"/>
              <a:t>Managing and Supervising.</a:t>
            </a:r>
            <a:r>
              <a:rPr lang="en-US" dirty="0"/>
              <a:t> Mangers need to listen with empathy, compassion and respect. This will allow employees to feel valued and trusted.</a:t>
            </a:r>
          </a:p>
          <a:p>
            <a:pPr algn="just">
              <a:lnSpc>
                <a:spcPct val="110000"/>
              </a:lnSpc>
            </a:pPr>
            <a:r>
              <a:rPr lang="en-US" b="1" dirty="0"/>
              <a:t>Customer Service.</a:t>
            </a:r>
            <a:r>
              <a:rPr lang="en-US" dirty="0"/>
              <a:t> Listening patiently and helping the customer fully express their issue can provide the extra insight needed to answer questions and solve problems in a way to satisfy the customer.</a:t>
            </a:r>
          </a:p>
          <a:p>
            <a:pPr algn="just">
              <a:lnSpc>
                <a:spcPct val="110000"/>
              </a:lnSpc>
            </a:pPr>
            <a:r>
              <a:rPr lang="en-US" b="1" dirty="0"/>
              <a:t>Sales. </a:t>
            </a:r>
            <a:r>
              <a:rPr lang="en-US" dirty="0"/>
              <a:t>Listening to a customer’s needs before you start talking about the sale can provide the information you need to tailor your presentation to the client/customer.</a:t>
            </a:r>
          </a:p>
          <a:p>
            <a:pPr algn="just">
              <a:lnSpc>
                <a:spcPct val="110000"/>
              </a:lnSpc>
            </a:pPr>
            <a:r>
              <a:rPr lang="en-US" b="1" dirty="0"/>
              <a:t>Negotiation. </a:t>
            </a:r>
            <a:r>
              <a:rPr lang="en-US" dirty="0"/>
              <a:t>If you listen with an open mind, you can find clues as to what terms the other party will and won’t accept.</a:t>
            </a:r>
          </a:p>
          <a:p>
            <a:endParaRPr lang="en-US" dirty="0"/>
          </a:p>
        </p:txBody>
      </p:sp>
      <p:sp>
        <p:nvSpPr>
          <p:cNvPr id="4" name="Date Placeholder 3"/>
          <p:cNvSpPr>
            <a:spLocks noGrp="1"/>
          </p:cNvSpPr>
          <p:nvPr>
            <p:ph type="dt" sz="half" idx="10"/>
          </p:nvPr>
        </p:nvSpPr>
        <p:spPr/>
        <p:txBody>
          <a:bodyPr/>
          <a:lstStyle/>
          <a:p>
            <a:fld id="{1C26E746-3AE6-49E4-AA33-FACB3B1AE887}" type="datetime1">
              <a:rPr lang="en-US" smtClean="0"/>
              <a:t>2/2/2026</a:t>
            </a:fld>
            <a:endParaRPr lang="en-US"/>
          </a:p>
        </p:txBody>
      </p:sp>
      <p:sp>
        <p:nvSpPr>
          <p:cNvPr id="5" name="Slide Number Placeholder 4"/>
          <p:cNvSpPr>
            <a:spLocks noGrp="1"/>
          </p:cNvSpPr>
          <p:nvPr>
            <p:ph type="sldNum" sz="quarter" idx="12"/>
          </p:nvPr>
        </p:nvSpPr>
        <p:spPr/>
        <p:txBody>
          <a:bodyPr/>
          <a:lstStyle/>
          <a:p>
            <a:fld id="{D3475259-C304-4272-8FDF-2C3F4334C8F4}" type="slidenum">
              <a:rPr lang="en-US" smtClean="0"/>
              <a:t>8</a:t>
            </a:fld>
            <a:endParaRPr lang="en-US"/>
          </a:p>
        </p:txBody>
      </p:sp>
    </p:spTree>
    <p:extLst>
      <p:ext uri="{BB962C8B-B14F-4D97-AF65-F5344CB8AC3E}">
        <p14:creationId xmlns:p14="http://schemas.microsoft.com/office/powerpoint/2010/main" val="3935192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B56A455-3476-4840-B416-F1D3EE50D800}" type="datetime1">
              <a:rPr lang="en-US" smtClean="0"/>
              <a:t>2/2/2026</a:t>
            </a:fld>
            <a:endParaRPr lang="en-US"/>
          </a:p>
        </p:txBody>
      </p:sp>
      <p:sp>
        <p:nvSpPr>
          <p:cNvPr id="6" name="Slide Number Placeholder 5"/>
          <p:cNvSpPr>
            <a:spLocks noGrp="1"/>
          </p:cNvSpPr>
          <p:nvPr>
            <p:ph type="sldNum" sz="quarter" idx="12"/>
          </p:nvPr>
        </p:nvSpPr>
        <p:spPr/>
        <p:txBody>
          <a:bodyPr/>
          <a:lstStyle/>
          <a:p>
            <a:r>
              <a:rPr lang="en-US" dirty="0"/>
              <a:t>2</a:t>
            </a:r>
          </a:p>
        </p:txBody>
      </p:sp>
      <p:sp>
        <p:nvSpPr>
          <p:cNvPr id="3" name="TextBox 2"/>
          <p:cNvSpPr txBox="1"/>
          <p:nvPr/>
        </p:nvSpPr>
        <p:spPr>
          <a:xfrm>
            <a:off x="460375" y="160338"/>
            <a:ext cx="8378826" cy="1446550"/>
          </a:xfrm>
          <a:prstGeom prst="rect">
            <a:avLst/>
          </a:prstGeom>
          <a:noFill/>
        </p:spPr>
        <p:txBody>
          <a:bodyPr wrap="square" rtlCol="0">
            <a:spAutoFit/>
          </a:bodyPr>
          <a:lstStyle/>
          <a:p>
            <a:pPr algn="ctr"/>
            <a:r>
              <a:rPr lang="en-US" sz="2800" b="1" dirty="0">
                <a:solidFill>
                  <a:srgbClr val="FF0000"/>
                </a:solidFill>
              </a:rPr>
              <a:t>Listening—Harder Than Speaking and Writing</a:t>
            </a:r>
            <a:endParaRPr lang="en-US" sz="2800" dirty="0">
              <a:solidFill>
                <a:srgbClr val="FF0000"/>
              </a:solidFill>
            </a:endParaRPr>
          </a:p>
          <a:p>
            <a:endParaRPr lang="en-US" sz="2800" dirty="0"/>
          </a:p>
          <a:p>
            <a:pPr algn="ctr"/>
            <a:r>
              <a:rPr lang="en-US" sz="2800" u="sng" dirty="0">
                <a:solidFill>
                  <a:srgbClr val="0070C0"/>
                </a:solidFill>
              </a:rPr>
              <a:t>What Causes Listening to Fail </a:t>
            </a:r>
            <a:r>
              <a:rPr lang="en-US" sz="3200" dirty="0"/>
              <a:t>	</a:t>
            </a:r>
          </a:p>
        </p:txBody>
      </p:sp>
      <p:sp>
        <p:nvSpPr>
          <p:cNvPr id="2" name="AutoShape 2" descr="Image result for persuasion"/>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Rectangle 8"/>
          <p:cNvSpPr/>
          <p:nvPr/>
        </p:nvSpPr>
        <p:spPr>
          <a:xfrm>
            <a:off x="318485" y="1914141"/>
            <a:ext cx="8355178" cy="4832092"/>
          </a:xfrm>
          <a:prstGeom prst="rect">
            <a:avLst/>
          </a:prstGeom>
        </p:spPr>
        <p:txBody>
          <a:bodyPr wrap="square">
            <a:spAutoFit/>
          </a:bodyPr>
          <a:lstStyle/>
          <a:p>
            <a:pPr algn="just"/>
            <a:r>
              <a:rPr lang="en-US" sz="2000" dirty="0">
                <a:solidFill>
                  <a:srgbClr val="FF0000"/>
                </a:solidFill>
                <a:latin typeface="Times New Roman" pitchFamily="18" charset="0"/>
                <a:cs typeface="Times New Roman" pitchFamily="18" charset="0"/>
              </a:rPr>
              <a:t>1. Rehearsing</a:t>
            </a:r>
            <a:r>
              <a:rPr lang="en-US" sz="2000" dirty="0">
                <a:latin typeface="Times New Roman" pitchFamily="18" charset="0"/>
                <a:cs typeface="Times New Roman" pitchFamily="18" charset="0"/>
              </a:rPr>
              <a:t>- All your attention is on designing and preparing your next comment.</a:t>
            </a:r>
            <a:r>
              <a:rPr lang="en-US" sz="2000" dirty="0"/>
              <a:t> You look interested, but your mind is going a mile a minute because you are thinking about what to say next. Some people rehearse entire chains of responses: “I’ll say, then he’ll say, and so on.”</a:t>
            </a:r>
          </a:p>
          <a:p>
            <a:pPr algn="just"/>
            <a:endParaRPr lang="en-US" sz="2000" dirty="0">
              <a:latin typeface="Times New Roman" pitchFamily="18" charset="0"/>
              <a:cs typeface="Times New Roman" pitchFamily="18" charset="0"/>
            </a:endParaRPr>
          </a:p>
          <a:p>
            <a:r>
              <a:rPr lang="en-US" sz="2000" dirty="0">
                <a:solidFill>
                  <a:srgbClr val="FF0000"/>
                </a:solidFill>
                <a:latin typeface="Times New Roman" pitchFamily="18" charset="0"/>
                <a:cs typeface="Times New Roman" pitchFamily="18" charset="0"/>
              </a:rPr>
              <a:t>2. Judging</a:t>
            </a:r>
            <a:r>
              <a:rPr lang="en-US" sz="2000" dirty="0">
                <a:latin typeface="Times New Roman" pitchFamily="18" charset="0"/>
                <a:cs typeface="Times New Roman" pitchFamily="18" charset="0"/>
              </a:rPr>
              <a:t>- </a:t>
            </a:r>
            <a:r>
              <a:rPr lang="en-US" sz="2000" dirty="0"/>
              <a:t>A basic rule of listening is that judgments should only be made after you have heard and evaluated the content of the message.</a:t>
            </a:r>
          </a:p>
          <a:p>
            <a:endParaRPr lang="en-US" sz="2000" dirty="0">
              <a:latin typeface="Times New Roman" pitchFamily="18" charset="0"/>
              <a:cs typeface="Times New Roman" pitchFamily="18" charset="0"/>
            </a:endParaRPr>
          </a:p>
          <a:p>
            <a:pPr algn="just"/>
            <a:r>
              <a:rPr lang="en-US" sz="2000" dirty="0">
                <a:solidFill>
                  <a:srgbClr val="FF0000"/>
                </a:solidFill>
                <a:latin typeface="Times New Roman" pitchFamily="18" charset="0"/>
                <a:cs typeface="Times New Roman" pitchFamily="18" charset="0"/>
              </a:rPr>
              <a:t>3. Identifying</a:t>
            </a:r>
            <a:r>
              <a:rPr lang="en-US" sz="2000" dirty="0">
                <a:latin typeface="Times New Roman" pitchFamily="18" charset="0"/>
                <a:cs typeface="Times New Roman" pitchFamily="18" charset="0"/>
              </a:rPr>
              <a:t>- Refer it back to your own experience, often launching into your story before they can finish theirs.</a:t>
            </a:r>
          </a:p>
          <a:p>
            <a:pPr algn="just"/>
            <a:endParaRPr lang="en-US" sz="2000" dirty="0">
              <a:latin typeface="Times New Roman" pitchFamily="18" charset="0"/>
              <a:cs typeface="Times New Roman" pitchFamily="18" charset="0"/>
            </a:endParaRPr>
          </a:p>
          <a:p>
            <a:r>
              <a:rPr lang="en-US" sz="2000" dirty="0">
                <a:solidFill>
                  <a:srgbClr val="FF0000"/>
                </a:solidFill>
                <a:latin typeface="Times New Roman" pitchFamily="18" charset="0"/>
                <a:cs typeface="Times New Roman" pitchFamily="18" charset="0"/>
              </a:rPr>
              <a:t>4. Advising</a:t>
            </a:r>
            <a:r>
              <a:rPr lang="en-US" sz="2000" dirty="0">
                <a:latin typeface="Times New Roman" pitchFamily="18" charset="0"/>
                <a:cs typeface="Times New Roman" pitchFamily="18" charset="0"/>
              </a:rPr>
              <a:t>- You are the great problem solver. </a:t>
            </a:r>
            <a:r>
              <a:rPr lang="en-US" sz="2000" dirty="0"/>
              <a:t>You do not have to hear more than a few sentences before you begin searching for the right advice.</a:t>
            </a:r>
            <a:endParaRPr lang="en-US" sz="2000" dirty="0">
              <a:latin typeface="Times New Roman" pitchFamily="18" charset="0"/>
              <a:cs typeface="Times New Roman" pitchFamily="18" charset="0"/>
            </a:endParaRPr>
          </a:p>
          <a:p>
            <a:pPr marL="342900" indent="-342900">
              <a:buFont typeface="Arial" pitchFamily="34" charset="0"/>
              <a:buChar char="•"/>
            </a:pPr>
            <a:endParaRPr lang="en-US" sz="2400" dirty="0">
              <a:latin typeface="Times New Roman" pitchFamily="18" charset="0"/>
              <a:cs typeface="Times New Roman" pitchFamily="18" charset="0"/>
            </a:endParaRPr>
          </a:p>
          <a:p>
            <a:pPr marL="342900" indent="-342900">
              <a:buFont typeface="Arial" pitchFamily="34" charset="0"/>
              <a:buChar char="•"/>
            </a:pP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3882557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additive="base">
                                        <p:cTn id="7"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
                                            <p:txEl>
                                              <p:pRg st="2" end="2"/>
                                            </p:txEl>
                                          </p:spTgt>
                                        </p:tgtEl>
                                        <p:attrNameLst>
                                          <p:attrName>style.visibility</p:attrName>
                                        </p:attrNameLst>
                                      </p:cBhvr>
                                      <p:to>
                                        <p:strVal val="visible"/>
                                      </p:to>
                                    </p:set>
                                    <p:anim calcmode="lin" valueType="num">
                                      <p:cBhvr additive="base">
                                        <p:cTn id="13" dur="500" fill="hold"/>
                                        <p:tgtEl>
                                          <p:spTgt spid="9">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
                                            <p:txEl>
                                              <p:pRg st="4" end="4"/>
                                            </p:txEl>
                                          </p:spTgt>
                                        </p:tgtEl>
                                        <p:attrNameLst>
                                          <p:attrName>style.visibility</p:attrName>
                                        </p:attrNameLst>
                                      </p:cBhvr>
                                      <p:to>
                                        <p:strVal val="visible"/>
                                      </p:to>
                                    </p:set>
                                    <p:anim calcmode="lin" valueType="num">
                                      <p:cBhvr additive="base">
                                        <p:cTn id="19" dur="500" fill="hold"/>
                                        <p:tgtEl>
                                          <p:spTgt spid="9">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
                                            <p:txEl>
                                              <p:pRg st="6" end="6"/>
                                            </p:txEl>
                                          </p:spTgt>
                                        </p:tgtEl>
                                        <p:attrNameLst>
                                          <p:attrName>style.visibility</p:attrName>
                                        </p:attrNameLst>
                                      </p:cBhvr>
                                      <p:to>
                                        <p:strVal val="visible"/>
                                      </p:to>
                                    </p:set>
                                    <p:anim calcmode="lin" valueType="num">
                                      <p:cBhvr additive="base">
                                        <p:cTn id="25" dur="500" fill="hold"/>
                                        <p:tgtEl>
                                          <p:spTgt spid="9">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524750" cy="473074"/>
          </a:xfrm>
        </p:spPr>
        <p:txBody>
          <a:bodyPr>
            <a:normAutofit fontScale="90000"/>
          </a:bodyPr>
          <a:lstStyle/>
          <a:p>
            <a:r>
              <a:rPr lang="en-US" sz="3600" b="1" u="sng" dirty="0">
                <a:solidFill>
                  <a:srgbClr val="0070C0"/>
                </a:solidFill>
              </a:rPr>
              <a:t>What Causes Listening to Fail</a:t>
            </a:r>
            <a:endParaRPr lang="en-US" b="1" dirty="0"/>
          </a:p>
        </p:txBody>
      </p:sp>
      <p:sp>
        <p:nvSpPr>
          <p:cNvPr id="3" name="Content Placeholder 2"/>
          <p:cNvSpPr>
            <a:spLocks noGrp="1"/>
          </p:cNvSpPr>
          <p:nvPr>
            <p:ph idx="1"/>
          </p:nvPr>
        </p:nvSpPr>
        <p:spPr>
          <a:xfrm>
            <a:off x="304800" y="990600"/>
            <a:ext cx="8210550" cy="5365751"/>
          </a:xfrm>
        </p:spPr>
        <p:txBody>
          <a:bodyPr>
            <a:noAutofit/>
          </a:bodyPr>
          <a:lstStyle/>
          <a:p>
            <a:pPr marL="0" indent="0">
              <a:lnSpc>
                <a:spcPct val="100000"/>
              </a:lnSpc>
              <a:buNone/>
            </a:pPr>
            <a:r>
              <a:rPr lang="en-US" sz="2000" dirty="0">
                <a:solidFill>
                  <a:srgbClr val="FF0000"/>
                </a:solidFill>
                <a:latin typeface="Times New Roman" pitchFamily="18" charset="0"/>
                <a:cs typeface="Times New Roman" pitchFamily="18" charset="0"/>
              </a:rPr>
              <a:t>5</a:t>
            </a:r>
            <a:r>
              <a:rPr lang="en-US" sz="1800" dirty="0">
                <a:solidFill>
                  <a:srgbClr val="FF0000"/>
                </a:solidFill>
                <a:latin typeface="Times New Roman" pitchFamily="18" charset="0"/>
                <a:cs typeface="Times New Roman" pitchFamily="18" charset="0"/>
              </a:rPr>
              <a:t>. Sparring</a:t>
            </a:r>
            <a:r>
              <a:rPr lang="en-US" sz="1800" dirty="0">
                <a:latin typeface="Times New Roman" pitchFamily="18" charset="0"/>
                <a:cs typeface="Times New Roman" pitchFamily="18" charset="0"/>
              </a:rPr>
              <a:t>-</a:t>
            </a:r>
            <a:r>
              <a:rPr lang="en-US" sz="1800" dirty="0"/>
              <a:t>This block has you arguing and debating with people who never feel heard because </a:t>
            </a:r>
            <a:r>
              <a:rPr lang="en-US" sz="1800" b="1" dirty="0">
                <a:solidFill>
                  <a:schemeClr val="accent2">
                    <a:lumMod val="50000"/>
                  </a:schemeClr>
                </a:solidFill>
              </a:rPr>
              <a:t>you are so quick to disagree</a:t>
            </a:r>
            <a:r>
              <a:rPr lang="en-US" sz="1800" dirty="0"/>
              <a:t>. In fact, your main focus is on finding things with which you disagree.</a:t>
            </a:r>
            <a:endParaRPr lang="en-US" sz="1800" dirty="0">
              <a:latin typeface="Times New Roman" pitchFamily="18" charset="0"/>
              <a:cs typeface="Times New Roman" pitchFamily="18" charset="0"/>
            </a:endParaRPr>
          </a:p>
          <a:p>
            <a:pPr marL="0" indent="0">
              <a:lnSpc>
                <a:spcPct val="100000"/>
              </a:lnSpc>
              <a:buNone/>
            </a:pPr>
            <a:r>
              <a:rPr lang="en-US" sz="1800" dirty="0">
                <a:solidFill>
                  <a:srgbClr val="FF0000"/>
                </a:solidFill>
                <a:latin typeface="Times New Roman" pitchFamily="18" charset="0"/>
                <a:cs typeface="Times New Roman" pitchFamily="18" charset="0"/>
              </a:rPr>
              <a:t>6. Being Right</a:t>
            </a:r>
            <a:r>
              <a:rPr lang="en-US" sz="1800" dirty="0">
                <a:latin typeface="Times New Roman" pitchFamily="18" charset="0"/>
                <a:cs typeface="Times New Roman" pitchFamily="18" charset="0"/>
              </a:rPr>
              <a:t>- </a:t>
            </a:r>
            <a:r>
              <a:rPr lang="en-US" sz="1800" dirty="0"/>
              <a:t>You cannot listen to criticism, you cannot be corrected, and you cannot take suggestions for change.</a:t>
            </a:r>
          </a:p>
          <a:p>
            <a:pPr marL="0" indent="0">
              <a:lnSpc>
                <a:spcPct val="100000"/>
              </a:lnSpc>
              <a:buNone/>
            </a:pPr>
            <a:r>
              <a:rPr lang="en-US" sz="1800" dirty="0">
                <a:solidFill>
                  <a:srgbClr val="FF0000"/>
                </a:solidFill>
                <a:latin typeface="Times New Roman" pitchFamily="18" charset="0"/>
                <a:cs typeface="Times New Roman" pitchFamily="18" charset="0"/>
              </a:rPr>
              <a:t>7. Derailing</a:t>
            </a:r>
            <a:r>
              <a:rPr lang="en-US" sz="1800" dirty="0">
                <a:latin typeface="Times New Roman" pitchFamily="18" charset="0"/>
                <a:cs typeface="Times New Roman" pitchFamily="18" charset="0"/>
              </a:rPr>
              <a:t>- </a:t>
            </a:r>
            <a:r>
              <a:rPr lang="en-US" sz="1800" dirty="0"/>
              <a:t>This listening block involves suddenly changing the subject. You derail the train of conversation when you get uncomfortable or bored with a topic. Another way of derailing is by joking. </a:t>
            </a:r>
          </a:p>
          <a:p>
            <a:pPr marL="0" indent="0">
              <a:lnSpc>
                <a:spcPct val="100000"/>
              </a:lnSpc>
              <a:buNone/>
            </a:pPr>
            <a:r>
              <a:rPr lang="en-US" sz="1800" dirty="0">
                <a:solidFill>
                  <a:srgbClr val="FF0000"/>
                </a:solidFill>
                <a:latin typeface="Times New Roman" pitchFamily="18" charset="0"/>
                <a:cs typeface="Times New Roman" pitchFamily="18" charset="0"/>
              </a:rPr>
              <a:t>8. Placating</a:t>
            </a:r>
            <a:r>
              <a:rPr lang="en-US" sz="1800" dirty="0">
                <a:latin typeface="Times New Roman" pitchFamily="18" charset="0"/>
                <a:cs typeface="Times New Roman" pitchFamily="18" charset="0"/>
              </a:rPr>
              <a:t>- </a:t>
            </a:r>
            <a:r>
              <a:rPr lang="en-US" sz="1800" dirty="0"/>
              <a:t>Right … Absolutely … I know … Of course you are … Incredible … Really? </a:t>
            </a:r>
          </a:p>
          <a:p>
            <a:pPr marL="0" indent="0">
              <a:lnSpc>
                <a:spcPct val="100000"/>
              </a:lnSpc>
              <a:buNone/>
            </a:pPr>
            <a:r>
              <a:rPr lang="en-US" sz="1800" dirty="0"/>
              <a:t>You want to be nice, pleasant, and supportive. You want people to like you, so you agree with everything. You may half-listen just enough to get the drift, but you are not really involved. </a:t>
            </a:r>
          </a:p>
          <a:p>
            <a:pPr marL="0" indent="0">
              <a:lnSpc>
                <a:spcPct val="100000"/>
              </a:lnSpc>
              <a:buNone/>
            </a:pPr>
            <a:r>
              <a:rPr lang="en-US" sz="1800" dirty="0">
                <a:solidFill>
                  <a:srgbClr val="FF0000"/>
                </a:solidFill>
                <a:latin typeface="Times New Roman" pitchFamily="18" charset="0"/>
                <a:cs typeface="Times New Roman" pitchFamily="18" charset="0"/>
              </a:rPr>
              <a:t>9. Dreaming</a:t>
            </a:r>
            <a:r>
              <a:rPr lang="en-US" sz="1800" dirty="0">
                <a:latin typeface="Times New Roman" pitchFamily="18" charset="0"/>
                <a:cs typeface="Times New Roman" pitchFamily="18" charset="0"/>
              </a:rPr>
              <a:t>-</a:t>
            </a:r>
            <a:r>
              <a:rPr lang="en-US" sz="1800" dirty="0"/>
              <a:t> When we dream, we pretend to listen. </a:t>
            </a:r>
          </a:p>
        </p:txBody>
      </p:sp>
      <p:sp>
        <p:nvSpPr>
          <p:cNvPr id="4" name="Date Placeholder 3"/>
          <p:cNvSpPr>
            <a:spLocks noGrp="1"/>
          </p:cNvSpPr>
          <p:nvPr>
            <p:ph type="dt" sz="half" idx="10"/>
          </p:nvPr>
        </p:nvSpPr>
        <p:spPr/>
        <p:txBody>
          <a:bodyPr/>
          <a:lstStyle/>
          <a:p>
            <a:fld id="{1C26E746-3AE6-49E4-AA33-FACB3B1AE887}" type="datetime1">
              <a:rPr lang="en-US" smtClean="0"/>
              <a:t>2/2/2026</a:t>
            </a:fld>
            <a:endParaRPr lang="en-US"/>
          </a:p>
        </p:txBody>
      </p:sp>
      <p:sp>
        <p:nvSpPr>
          <p:cNvPr id="5" name="Slide Number Placeholder 4"/>
          <p:cNvSpPr>
            <a:spLocks noGrp="1"/>
          </p:cNvSpPr>
          <p:nvPr>
            <p:ph type="sldNum" sz="quarter" idx="12"/>
          </p:nvPr>
        </p:nvSpPr>
        <p:spPr/>
        <p:txBody>
          <a:bodyPr/>
          <a:lstStyle/>
          <a:p>
            <a:fld id="{D3475259-C304-4272-8FDF-2C3F4334C8F4}" type="slidenum">
              <a:rPr lang="en-US" smtClean="0"/>
              <a:t>10</a:t>
            </a:fld>
            <a:endParaRPr lang="en-US"/>
          </a:p>
        </p:txBody>
      </p:sp>
    </p:spTree>
    <p:extLst>
      <p:ext uri="{BB962C8B-B14F-4D97-AF65-F5344CB8AC3E}">
        <p14:creationId xmlns:p14="http://schemas.microsoft.com/office/powerpoint/2010/main" val="41582425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1D0E743-7980-4BA6-B7E1-E0065351AC46}" type="datetime1">
              <a:rPr lang="en-US" smtClean="0"/>
              <a:t>2/2/2026</a:t>
            </a:fld>
            <a:endParaRPr lang="en-US"/>
          </a:p>
        </p:txBody>
      </p:sp>
      <p:sp>
        <p:nvSpPr>
          <p:cNvPr id="6" name="Slide Number Placeholder 5"/>
          <p:cNvSpPr>
            <a:spLocks noGrp="1"/>
          </p:cNvSpPr>
          <p:nvPr>
            <p:ph type="sldNum" sz="quarter" idx="12"/>
          </p:nvPr>
        </p:nvSpPr>
        <p:spPr/>
        <p:txBody>
          <a:bodyPr/>
          <a:lstStyle/>
          <a:p>
            <a:r>
              <a:rPr lang="en-US" dirty="0"/>
              <a:t>2</a:t>
            </a:r>
          </a:p>
        </p:txBody>
      </p:sp>
      <p:sp>
        <p:nvSpPr>
          <p:cNvPr id="3" name="TextBox 2"/>
          <p:cNvSpPr txBox="1"/>
          <p:nvPr/>
        </p:nvSpPr>
        <p:spPr>
          <a:xfrm>
            <a:off x="155575" y="175203"/>
            <a:ext cx="8679996" cy="584775"/>
          </a:xfrm>
          <a:prstGeom prst="rect">
            <a:avLst/>
          </a:prstGeom>
          <a:noFill/>
        </p:spPr>
        <p:txBody>
          <a:bodyPr wrap="square" rtlCol="0">
            <a:spAutoFit/>
          </a:bodyPr>
          <a:lstStyle/>
          <a:p>
            <a:pPr algn="ctr"/>
            <a:r>
              <a:rPr lang="en-US" sz="2800" dirty="0">
                <a:solidFill>
                  <a:srgbClr val="0070C0"/>
                </a:solidFill>
              </a:rPr>
              <a:t>How to Listen a voice about Risk</a:t>
            </a:r>
            <a:r>
              <a:rPr lang="en-US" sz="3200" dirty="0"/>
              <a:t>	</a:t>
            </a:r>
          </a:p>
        </p:txBody>
      </p:sp>
      <p:sp>
        <p:nvSpPr>
          <p:cNvPr id="2" name="AutoShape 2" descr="Image result for persuasion"/>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Rectangle 8"/>
          <p:cNvSpPr/>
          <p:nvPr/>
        </p:nvSpPr>
        <p:spPr>
          <a:xfrm>
            <a:off x="307975" y="2831245"/>
            <a:ext cx="8367980" cy="3231654"/>
          </a:xfrm>
          <a:prstGeom prst="rect">
            <a:avLst/>
          </a:prstGeom>
        </p:spPr>
        <p:txBody>
          <a:bodyPr wrap="square">
            <a:spAutoFit/>
          </a:bodyPr>
          <a:lstStyle/>
          <a:p>
            <a:pPr algn="just"/>
            <a:r>
              <a:rPr lang="en-US" sz="2000" dirty="0">
                <a:solidFill>
                  <a:srgbClr val="FF0000"/>
                </a:solidFill>
                <a:cs typeface="Times New Roman" pitchFamily="18" charset="0"/>
              </a:rPr>
              <a:t>1. Give 100% Attention. </a:t>
            </a:r>
            <a:r>
              <a:rPr lang="en-US" sz="2000" dirty="0">
                <a:cs typeface="Times New Roman" pitchFamily="18" charset="0"/>
              </a:rPr>
              <a:t>Prove you care by suspending all other activities.</a:t>
            </a:r>
            <a:r>
              <a:rPr lang="en-US" sz="2000" dirty="0"/>
              <a:t> Give your full attention to the person who is speaking. Make sure your mind is focused, too. An open mind is a mind that is receiving and listening to information.</a:t>
            </a:r>
            <a:endParaRPr lang="en-US" sz="2000" dirty="0">
              <a:cs typeface="Times New Roman" pitchFamily="18" charset="0"/>
            </a:endParaRPr>
          </a:p>
          <a:p>
            <a:pPr algn="just"/>
            <a:r>
              <a:rPr lang="en-US" sz="2000" dirty="0">
                <a:solidFill>
                  <a:srgbClr val="FF0000"/>
                </a:solidFill>
                <a:cs typeface="Times New Roman" pitchFamily="18" charset="0"/>
              </a:rPr>
              <a:t>2. Let the speaker finish before you begin to talk</a:t>
            </a:r>
            <a:r>
              <a:rPr lang="en-US" sz="2000" dirty="0">
                <a:cs typeface="Times New Roman" pitchFamily="18" charset="0"/>
              </a:rPr>
              <a:t>.</a:t>
            </a:r>
          </a:p>
          <a:p>
            <a:pPr algn="just"/>
            <a:r>
              <a:rPr lang="en-US" sz="2000" dirty="0">
                <a:solidFill>
                  <a:srgbClr val="FF0000"/>
                </a:solidFill>
                <a:cs typeface="Times New Roman" pitchFamily="18" charset="0"/>
              </a:rPr>
              <a:t>3. Listen for main ideas.</a:t>
            </a:r>
            <a:r>
              <a:rPr lang="en-US" sz="2000" dirty="0"/>
              <a:t> These points may be mentioned at the beginning or end of a talk, and repeated a number of times.</a:t>
            </a:r>
            <a:endParaRPr lang="en-US" sz="2000" dirty="0">
              <a:solidFill>
                <a:srgbClr val="FF0000"/>
              </a:solidFill>
              <a:cs typeface="Times New Roman" pitchFamily="18" charset="0"/>
            </a:endParaRPr>
          </a:p>
          <a:p>
            <a:pPr algn="just"/>
            <a:r>
              <a:rPr lang="en-US" sz="2000" dirty="0">
                <a:solidFill>
                  <a:srgbClr val="FF0000"/>
                </a:solidFill>
                <a:cs typeface="Times New Roman" pitchFamily="18" charset="0"/>
              </a:rPr>
              <a:t>4. Ask questions.</a:t>
            </a:r>
            <a:endParaRPr lang="en-US" sz="2000" dirty="0">
              <a:cs typeface="Times New Roman" pitchFamily="18" charset="0"/>
            </a:endParaRPr>
          </a:p>
          <a:p>
            <a:pPr algn="just"/>
            <a:r>
              <a:rPr lang="en-US" sz="2000" dirty="0">
                <a:solidFill>
                  <a:srgbClr val="FF0000"/>
                </a:solidFill>
                <a:cs typeface="Times New Roman" pitchFamily="18" charset="0"/>
              </a:rPr>
              <a:t>5. Give feedback.</a:t>
            </a:r>
          </a:p>
          <a:p>
            <a:pPr algn="just"/>
            <a:endParaRPr lang="en-US" sz="2400" dirty="0">
              <a:latin typeface="Times New Roman" pitchFamily="18" charset="0"/>
              <a:cs typeface="Times New Roman" pitchFamily="18" charset="0"/>
            </a:endParaRPr>
          </a:p>
        </p:txBody>
      </p:sp>
      <p:sp>
        <p:nvSpPr>
          <p:cNvPr id="10" name="Rectangle 9"/>
          <p:cNvSpPr/>
          <p:nvPr/>
        </p:nvSpPr>
        <p:spPr>
          <a:xfrm>
            <a:off x="186055" y="1295400"/>
            <a:ext cx="8077200" cy="1015663"/>
          </a:xfrm>
          <a:prstGeom prst="rect">
            <a:avLst/>
          </a:prstGeom>
        </p:spPr>
        <p:txBody>
          <a:bodyPr wrap="square">
            <a:spAutoFit/>
          </a:bodyPr>
          <a:lstStyle/>
          <a:p>
            <a:pPr algn="just"/>
            <a:r>
              <a:rPr lang="en-US" sz="2000" dirty="0"/>
              <a:t>The National Research Council (NRC) defines risk communication as “an interactive process of exchange of information and opinion among individuals, groups, and institutions.”</a:t>
            </a:r>
          </a:p>
        </p:txBody>
      </p:sp>
    </p:spTree>
    <p:extLst>
      <p:ext uri="{BB962C8B-B14F-4D97-AF65-F5344CB8AC3E}">
        <p14:creationId xmlns:p14="http://schemas.microsoft.com/office/powerpoint/2010/main" val="1668750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9">
                                            <p:txEl>
                                              <p:pRg st="0" end="0"/>
                                            </p:txEl>
                                          </p:spTgt>
                                        </p:tgtEl>
                                        <p:attrNameLst>
                                          <p:attrName>style.visibility</p:attrName>
                                        </p:attrNameLst>
                                      </p:cBhvr>
                                      <p:to>
                                        <p:strVal val="visible"/>
                                      </p:to>
                                    </p:set>
                                    <p:animEffect transition="in" filter="fade">
                                      <p:cBhvr>
                                        <p:cTn id="13" dur="1000"/>
                                        <p:tgtEl>
                                          <p:spTgt spid="9">
                                            <p:txEl>
                                              <p:pRg st="0" end="0"/>
                                            </p:txEl>
                                          </p:spTgt>
                                        </p:tgtEl>
                                      </p:cBhvr>
                                    </p:animEffect>
                                    <p:anim calcmode="lin" valueType="num">
                                      <p:cBhvr>
                                        <p:cTn id="14"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9">
                                            <p:txEl>
                                              <p:pRg st="1" end="1"/>
                                            </p:txEl>
                                          </p:spTgt>
                                        </p:tgtEl>
                                        <p:attrNameLst>
                                          <p:attrName>style.visibility</p:attrName>
                                        </p:attrNameLst>
                                      </p:cBhvr>
                                      <p:to>
                                        <p:strVal val="visible"/>
                                      </p:to>
                                    </p:set>
                                    <p:animEffect transition="in" filter="fade">
                                      <p:cBhvr>
                                        <p:cTn id="20" dur="1000"/>
                                        <p:tgtEl>
                                          <p:spTgt spid="9">
                                            <p:txEl>
                                              <p:pRg st="1" end="1"/>
                                            </p:txEl>
                                          </p:spTgt>
                                        </p:tgtEl>
                                      </p:cBhvr>
                                    </p:animEffect>
                                    <p:anim calcmode="lin" valueType="num">
                                      <p:cBhvr>
                                        <p:cTn id="21"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22" dur="1000" fill="hold"/>
                                        <p:tgtEl>
                                          <p:spTgt spid="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9">
                                            <p:txEl>
                                              <p:pRg st="2" end="2"/>
                                            </p:txEl>
                                          </p:spTgt>
                                        </p:tgtEl>
                                        <p:attrNameLst>
                                          <p:attrName>style.visibility</p:attrName>
                                        </p:attrNameLst>
                                      </p:cBhvr>
                                      <p:to>
                                        <p:strVal val="visible"/>
                                      </p:to>
                                    </p:set>
                                    <p:animEffect transition="in" filter="fade">
                                      <p:cBhvr>
                                        <p:cTn id="27" dur="1000"/>
                                        <p:tgtEl>
                                          <p:spTgt spid="9">
                                            <p:txEl>
                                              <p:pRg st="2" end="2"/>
                                            </p:txEl>
                                          </p:spTgt>
                                        </p:tgtEl>
                                      </p:cBhvr>
                                    </p:animEffect>
                                    <p:anim calcmode="lin" valueType="num">
                                      <p:cBhvr>
                                        <p:cTn id="28"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29" dur="1000" fill="hold"/>
                                        <p:tgtEl>
                                          <p:spTgt spid="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9">
                                            <p:txEl>
                                              <p:pRg st="3" end="3"/>
                                            </p:txEl>
                                          </p:spTgt>
                                        </p:tgtEl>
                                        <p:attrNameLst>
                                          <p:attrName>style.visibility</p:attrName>
                                        </p:attrNameLst>
                                      </p:cBhvr>
                                      <p:to>
                                        <p:strVal val="visible"/>
                                      </p:to>
                                    </p:set>
                                    <p:animEffect transition="in" filter="fade">
                                      <p:cBhvr>
                                        <p:cTn id="34" dur="1000"/>
                                        <p:tgtEl>
                                          <p:spTgt spid="9">
                                            <p:txEl>
                                              <p:pRg st="3" end="3"/>
                                            </p:txEl>
                                          </p:spTgt>
                                        </p:tgtEl>
                                      </p:cBhvr>
                                    </p:animEffect>
                                    <p:anim calcmode="lin" valueType="num">
                                      <p:cBhvr>
                                        <p:cTn id="35" dur="10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36" dur="1000" fill="hold"/>
                                        <p:tgtEl>
                                          <p:spTgt spid="9">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9">
                                            <p:txEl>
                                              <p:pRg st="4" end="4"/>
                                            </p:txEl>
                                          </p:spTgt>
                                        </p:tgtEl>
                                        <p:attrNameLst>
                                          <p:attrName>style.visibility</p:attrName>
                                        </p:attrNameLst>
                                      </p:cBhvr>
                                      <p:to>
                                        <p:strVal val="visible"/>
                                      </p:to>
                                    </p:set>
                                    <p:animEffect transition="in" filter="fade">
                                      <p:cBhvr>
                                        <p:cTn id="41" dur="1000"/>
                                        <p:tgtEl>
                                          <p:spTgt spid="9">
                                            <p:txEl>
                                              <p:pRg st="4" end="4"/>
                                            </p:txEl>
                                          </p:spTgt>
                                        </p:tgtEl>
                                      </p:cBhvr>
                                    </p:animEffect>
                                    <p:anim calcmode="lin" valueType="num">
                                      <p:cBhvr>
                                        <p:cTn id="42" dur="1000" fill="hold"/>
                                        <p:tgtEl>
                                          <p:spTgt spid="9">
                                            <p:txEl>
                                              <p:pRg st="4" end="4"/>
                                            </p:txEl>
                                          </p:spTgt>
                                        </p:tgtEl>
                                        <p:attrNameLst>
                                          <p:attrName>ppt_x</p:attrName>
                                        </p:attrNameLst>
                                      </p:cBhvr>
                                      <p:tavLst>
                                        <p:tav tm="0">
                                          <p:val>
                                            <p:strVal val="#ppt_x"/>
                                          </p:val>
                                        </p:tav>
                                        <p:tav tm="100000">
                                          <p:val>
                                            <p:strVal val="#ppt_x"/>
                                          </p:val>
                                        </p:tav>
                                      </p:tavLst>
                                    </p:anim>
                                    <p:anim calcmode="lin" valueType="num">
                                      <p:cBhvr>
                                        <p:cTn id="43" dur="1000" fill="hold"/>
                                        <p:tgtEl>
                                          <p:spTgt spid="9">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701674"/>
          </a:xfrm>
        </p:spPr>
        <p:txBody>
          <a:bodyPr>
            <a:normAutofit/>
          </a:bodyPr>
          <a:lstStyle/>
          <a:p>
            <a:pPr algn="ctr"/>
            <a:r>
              <a:rPr lang="en-US" sz="3200" b="1" dirty="0">
                <a:solidFill>
                  <a:srgbClr val="0070C0"/>
                </a:solidFill>
              </a:rPr>
              <a:t>How to Listen a voice about Risk</a:t>
            </a:r>
          </a:p>
        </p:txBody>
      </p:sp>
      <p:sp>
        <p:nvSpPr>
          <p:cNvPr id="3" name="Content Placeholder 2"/>
          <p:cNvSpPr>
            <a:spLocks noGrp="1"/>
          </p:cNvSpPr>
          <p:nvPr>
            <p:ph idx="1"/>
          </p:nvPr>
        </p:nvSpPr>
        <p:spPr>
          <a:xfrm>
            <a:off x="533400" y="1219200"/>
            <a:ext cx="8153400" cy="5137151"/>
          </a:xfrm>
        </p:spPr>
        <p:txBody>
          <a:bodyPr>
            <a:normAutofit/>
          </a:bodyPr>
          <a:lstStyle/>
          <a:p>
            <a:pPr marL="0" indent="0" algn="just">
              <a:lnSpc>
                <a:spcPct val="100000"/>
              </a:lnSpc>
              <a:buNone/>
            </a:pPr>
            <a:r>
              <a:rPr lang="en-US" sz="2000" dirty="0">
                <a:solidFill>
                  <a:srgbClr val="FF0000"/>
                </a:solidFill>
                <a:cs typeface="Times New Roman" pitchFamily="18" charset="0"/>
              </a:rPr>
              <a:t>6. Thinking fast: </a:t>
            </a:r>
            <a:r>
              <a:rPr lang="en-US" sz="2000" dirty="0">
                <a:cs typeface="Times New Roman" pitchFamily="18" charset="0"/>
              </a:rPr>
              <a:t>Thoughts move about four times faster than speech .</a:t>
            </a:r>
          </a:p>
          <a:p>
            <a:pPr marL="0" indent="0" algn="just">
              <a:lnSpc>
                <a:spcPct val="100000"/>
              </a:lnSpc>
              <a:buNone/>
            </a:pPr>
            <a:r>
              <a:rPr lang="en-US" sz="2000" dirty="0">
                <a:solidFill>
                  <a:srgbClr val="C00000"/>
                </a:solidFill>
                <a:cs typeface="Times New Roman" pitchFamily="18" charset="0"/>
              </a:rPr>
              <a:t>7. </a:t>
            </a:r>
            <a:r>
              <a:rPr lang="en-US" sz="2000" dirty="0">
                <a:solidFill>
                  <a:srgbClr val="FF0000"/>
                </a:solidFill>
                <a:cs typeface="Times New Roman" pitchFamily="18" charset="0"/>
              </a:rPr>
              <a:t>Respond:</a:t>
            </a:r>
            <a:r>
              <a:rPr lang="en-US" sz="2000" dirty="0">
                <a:solidFill>
                  <a:srgbClr val="C00000"/>
                </a:solidFill>
                <a:cs typeface="Times New Roman" pitchFamily="18" charset="0"/>
              </a:rPr>
              <a:t> </a:t>
            </a:r>
            <a:r>
              <a:rPr lang="en-US" sz="2000" dirty="0"/>
              <a:t>Responses can be both verbal and nonverbal (i.e., nods, expressing interest)</a:t>
            </a:r>
          </a:p>
          <a:p>
            <a:pPr marL="0" indent="0" algn="just">
              <a:lnSpc>
                <a:spcPct val="100000"/>
              </a:lnSpc>
              <a:buNone/>
            </a:pPr>
            <a:r>
              <a:rPr lang="en-US" sz="2000" dirty="0">
                <a:solidFill>
                  <a:srgbClr val="FF0000"/>
                </a:solidFill>
              </a:rPr>
              <a:t>8. Prove understanding:</a:t>
            </a:r>
            <a:r>
              <a:rPr lang="en-US" sz="2000" dirty="0"/>
              <a:t> To say, “I understand” is not enough. People need some sort of evidence or proof of understanding.</a:t>
            </a:r>
          </a:p>
          <a:p>
            <a:pPr marL="0" indent="0" algn="just">
              <a:lnSpc>
                <a:spcPct val="100000"/>
              </a:lnSpc>
              <a:buNone/>
            </a:pPr>
            <a:r>
              <a:rPr lang="en-US" sz="2000" dirty="0">
                <a:solidFill>
                  <a:srgbClr val="FF0000"/>
                </a:solidFill>
              </a:rPr>
              <a:t>9. Prove respect: </a:t>
            </a:r>
            <a:r>
              <a:rPr lang="en-US" sz="2000" dirty="0"/>
              <a:t>Prove you take other views seriously. It seldom helps to say, “I appreciate your position” or “I know how you feel.” You have to prove it by your willingness to communicate with others at their level of understanding and attitude.</a:t>
            </a:r>
          </a:p>
        </p:txBody>
      </p:sp>
      <p:sp>
        <p:nvSpPr>
          <p:cNvPr id="4" name="Date Placeholder 3"/>
          <p:cNvSpPr>
            <a:spLocks noGrp="1"/>
          </p:cNvSpPr>
          <p:nvPr>
            <p:ph type="dt" sz="half" idx="10"/>
          </p:nvPr>
        </p:nvSpPr>
        <p:spPr/>
        <p:txBody>
          <a:bodyPr/>
          <a:lstStyle/>
          <a:p>
            <a:fld id="{1C26E746-3AE6-49E4-AA33-FACB3B1AE887}" type="datetime1">
              <a:rPr lang="en-US" smtClean="0"/>
              <a:t>2/2/2026</a:t>
            </a:fld>
            <a:endParaRPr lang="en-US"/>
          </a:p>
        </p:txBody>
      </p:sp>
      <p:sp>
        <p:nvSpPr>
          <p:cNvPr id="5" name="Slide Number Placeholder 4"/>
          <p:cNvSpPr>
            <a:spLocks noGrp="1"/>
          </p:cNvSpPr>
          <p:nvPr>
            <p:ph type="sldNum" sz="quarter" idx="12"/>
          </p:nvPr>
        </p:nvSpPr>
        <p:spPr/>
        <p:txBody>
          <a:bodyPr/>
          <a:lstStyle/>
          <a:p>
            <a:fld id="{D3475259-C304-4272-8FDF-2C3F4334C8F4}" type="slidenum">
              <a:rPr lang="en-US" smtClean="0"/>
              <a:t>12</a:t>
            </a:fld>
            <a:endParaRPr lang="en-US"/>
          </a:p>
        </p:txBody>
      </p:sp>
    </p:spTree>
    <p:extLst>
      <p:ext uri="{BB962C8B-B14F-4D97-AF65-F5344CB8AC3E}">
        <p14:creationId xmlns:p14="http://schemas.microsoft.com/office/powerpoint/2010/main" val="3435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3B43C62-83B9-4E9C-84E6-38AF031E732F}" type="datetime1">
              <a:rPr lang="en-US" smtClean="0"/>
              <a:t>2/2/2026</a:t>
            </a:fld>
            <a:endParaRPr lang="en-US" dirty="0"/>
          </a:p>
        </p:txBody>
      </p:sp>
      <p:sp>
        <p:nvSpPr>
          <p:cNvPr id="6" name="Slide Number Placeholder 5"/>
          <p:cNvSpPr>
            <a:spLocks noGrp="1"/>
          </p:cNvSpPr>
          <p:nvPr>
            <p:ph type="sldNum" sz="quarter" idx="12"/>
          </p:nvPr>
        </p:nvSpPr>
        <p:spPr/>
        <p:txBody>
          <a:bodyPr/>
          <a:lstStyle/>
          <a:p>
            <a:r>
              <a:rPr lang="en-US" dirty="0"/>
              <a:t>2</a:t>
            </a:r>
          </a:p>
        </p:txBody>
      </p:sp>
      <p:sp>
        <p:nvSpPr>
          <p:cNvPr id="3" name="TextBox 2"/>
          <p:cNvSpPr txBox="1"/>
          <p:nvPr/>
        </p:nvSpPr>
        <p:spPr>
          <a:xfrm>
            <a:off x="1239981" y="175203"/>
            <a:ext cx="6741459" cy="584775"/>
          </a:xfrm>
          <a:prstGeom prst="rect">
            <a:avLst/>
          </a:prstGeom>
          <a:noFill/>
        </p:spPr>
        <p:txBody>
          <a:bodyPr wrap="square" rtlCol="0">
            <a:spAutoFit/>
          </a:bodyPr>
          <a:lstStyle/>
          <a:p>
            <a:pPr algn="ctr"/>
            <a:r>
              <a:rPr lang="en-US" sz="3200" dirty="0">
                <a:solidFill>
                  <a:srgbClr val="0070C0"/>
                </a:solidFill>
              </a:rPr>
              <a:t>Listen Attentively</a:t>
            </a:r>
            <a:r>
              <a:rPr lang="en-US" sz="3200" dirty="0"/>
              <a:t>	</a:t>
            </a:r>
          </a:p>
        </p:txBody>
      </p:sp>
      <p:sp>
        <p:nvSpPr>
          <p:cNvPr id="2" name="AutoShape 2" descr="Image result for persuasion"/>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Rectangle 8"/>
          <p:cNvSpPr/>
          <p:nvPr/>
        </p:nvSpPr>
        <p:spPr>
          <a:xfrm>
            <a:off x="304801" y="914400"/>
            <a:ext cx="8210550" cy="5016758"/>
          </a:xfrm>
          <a:prstGeom prst="rect">
            <a:avLst/>
          </a:prstGeom>
        </p:spPr>
        <p:txBody>
          <a:bodyPr wrap="square">
            <a:spAutoFit/>
          </a:bodyPr>
          <a:lstStyle/>
          <a:p>
            <a:pPr algn="just"/>
            <a:r>
              <a:rPr lang="en-US" sz="2000" dirty="0"/>
              <a:t>Attentive listening means thinking and acting in ways that connect you with the speaker. </a:t>
            </a:r>
          </a:p>
          <a:p>
            <a:pPr algn="just"/>
            <a:r>
              <a:rPr lang="en-US" sz="2000" dirty="0"/>
              <a:t>By contrast, when people “multitask” while someone speaks, they rarely listen effectively. Of course, sometimes you will choose </a:t>
            </a:r>
            <a:r>
              <a:rPr lang="en-US" sz="2000" i="1" dirty="0"/>
              <a:t>not </a:t>
            </a:r>
            <a:r>
              <a:rPr lang="en-US" sz="2000" dirty="0"/>
              <a:t>to listen attentively. If listening is important to you, you may choose to reschedule that conversation.</a:t>
            </a:r>
          </a:p>
          <a:p>
            <a:pPr algn="just"/>
            <a:endParaRPr lang="en-US" sz="2000" dirty="0">
              <a:solidFill>
                <a:srgbClr val="FF0000"/>
              </a:solidFill>
              <a:latin typeface="Times New Roman" pitchFamily="18" charset="0"/>
              <a:cs typeface="Times New Roman" pitchFamily="18" charset="0"/>
            </a:endParaRPr>
          </a:p>
          <a:p>
            <a:pPr algn="just"/>
            <a:r>
              <a:rPr lang="en-US" sz="2000" b="1" dirty="0">
                <a:solidFill>
                  <a:srgbClr val="00B050"/>
                </a:solidFill>
              </a:rPr>
              <a:t>You can take several simple steps to improve your listening skills</a:t>
            </a:r>
            <a:endParaRPr lang="en-US" sz="2000" b="1" dirty="0">
              <a:solidFill>
                <a:srgbClr val="00B050"/>
              </a:solidFill>
              <a:latin typeface="Times New Roman" pitchFamily="18" charset="0"/>
              <a:cs typeface="Times New Roman" pitchFamily="18" charset="0"/>
            </a:endParaRPr>
          </a:p>
          <a:p>
            <a:pPr marL="342900" indent="-342900" algn="just">
              <a:buFont typeface="Arial" pitchFamily="34" charset="0"/>
              <a:buChar char="•"/>
            </a:pPr>
            <a:endParaRPr lang="en-US" sz="2000" dirty="0">
              <a:solidFill>
                <a:srgbClr val="FF0000"/>
              </a:solidFill>
              <a:latin typeface="Times New Roman" pitchFamily="18" charset="0"/>
              <a:cs typeface="Times New Roman" pitchFamily="18" charset="0"/>
            </a:endParaRPr>
          </a:p>
          <a:p>
            <a:pPr marL="342900" indent="-342900" algn="just">
              <a:buFont typeface="Arial" pitchFamily="34" charset="0"/>
              <a:buChar char="•"/>
            </a:pPr>
            <a:r>
              <a:rPr lang="en-US" sz="2000" dirty="0">
                <a:solidFill>
                  <a:srgbClr val="FF0000"/>
                </a:solidFill>
                <a:latin typeface="Times New Roman" pitchFamily="18" charset="0"/>
                <a:cs typeface="Times New Roman" pitchFamily="18" charset="0"/>
              </a:rPr>
              <a:t>Get over yourself; give the speaker a solo. </a:t>
            </a:r>
          </a:p>
          <a:p>
            <a:pPr marL="342900" indent="-342900" algn="just">
              <a:buFont typeface="Arial" pitchFamily="34" charset="0"/>
              <a:buChar char="•"/>
            </a:pPr>
            <a:r>
              <a:rPr lang="en-US" sz="2000" dirty="0">
                <a:solidFill>
                  <a:srgbClr val="FF0000"/>
                </a:solidFill>
                <a:latin typeface="Times New Roman" pitchFamily="18" charset="0"/>
                <a:cs typeface="Times New Roman" pitchFamily="18" charset="0"/>
              </a:rPr>
              <a:t>Stop multitasking. </a:t>
            </a:r>
          </a:p>
          <a:p>
            <a:pPr marL="342900" indent="-342900" algn="just">
              <a:buFont typeface="Arial" pitchFamily="34" charset="0"/>
              <a:buChar char="•"/>
            </a:pPr>
            <a:r>
              <a:rPr lang="en-US" sz="2000" dirty="0">
                <a:solidFill>
                  <a:srgbClr val="FF0000"/>
                </a:solidFill>
                <a:latin typeface="Times New Roman" pitchFamily="18" charset="0"/>
                <a:cs typeface="Times New Roman" pitchFamily="18" charset="0"/>
              </a:rPr>
              <a:t>Recap regularly.</a:t>
            </a:r>
          </a:p>
          <a:p>
            <a:pPr marL="342900" indent="-342900" algn="just">
              <a:buFont typeface="Arial" pitchFamily="34" charset="0"/>
              <a:buChar char="•"/>
            </a:pPr>
            <a:r>
              <a:rPr lang="en-US" sz="2000" dirty="0">
                <a:solidFill>
                  <a:srgbClr val="FF0000"/>
                </a:solidFill>
                <a:latin typeface="Times New Roman" pitchFamily="18" charset="0"/>
                <a:cs typeface="Times New Roman" pitchFamily="18" charset="0"/>
              </a:rPr>
              <a:t>Use connecting words. </a:t>
            </a:r>
            <a:r>
              <a:rPr lang="en-US" sz="2000" dirty="0"/>
              <a:t>Where it helps, use words that show you are connecting with what the person is saying, such as “uh huh,” “OK,” “yeah,” “I get it,” and so forth.</a:t>
            </a:r>
            <a:endParaRPr lang="en-US" sz="2000" dirty="0">
              <a:solidFill>
                <a:srgbClr val="FF0000"/>
              </a:solidFill>
              <a:latin typeface="Times New Roman" pitchFamily="18" charset="0"/>
              <a:cs typeface="Times New Roman" pitchFamily="18" charset="0"/>
            </a:endParaRPr>
          </a:p>
          <a:p>
            <a:pPr marL="342900" indent="-342900" algn="just">
              <a:buFont typeface="Arial" pitchFamily="34" charset="0"/>
              <a:buChar char="•"/>
            </a:pPr>
            <a:r>
              <a:rPr lang="en-US" sz="2000" dirty="0">
                <a:solidFill>
                  <a:srgbClr val="FF0000"/>
                </a:solidFill>
                <a:latin typeface="Times New Roman" pitchFamily="18" charset="0"/>
                <a:cs typeface="Times New Roman" pitchFamily="18" charset="0"/>
              </a:rPr>
              <a:t>Use body language.</a:t>
            </a:r>
            <a:r>
              <a:rPr lang="en-US" sz="2000" dirty="0"/>
              <a:t> Use positive body language</a:t>
            </a:r>
            <a:endParaRPr lang="en-US" sz="2000" dirty="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4997529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73116" y="1219200"/>
            <a:ext cx="5801784" cy="4351338"/>
          </a:xfrm>
        </p:spPr>
      </p:pic>
      <p:sp>
        <p:nvSpPr>
          <p:cNvPr id="4" name="Date Placeholder 3"/>
          <p:cNvSpPr>
            <a:spLocks noGrp="1"/>
          </p:cNvSpPr>
          <p:nvPr>
            <p:ph type="dt" sz="half" idx="10"/>
          </p:nvPr>
        </p:nvSpPr>
        <p:spPr/>
        <p:txBody>
          <a:bodyPr/>
          <a:lstStyle/>
          <a:p>
            <a:fld id="{1C26E746-3AE6-49E4-AA33-FACB3B1AE887}" type="datetime1">
              <a:rPr lang="en-US" smtClean="0"/>
              <a:t>2/2/2026</a:t>
            </a:fld>
            <a:endParaRPr lang="en-US"/>
          </a:p>
        </p:txBody>
      </p:sp>
      <p:sp>
        <p:nvSpPr>
          <p:cNvPr id="5" name="Slide Number Placeholder 4"/>
          <p:cNvSpPr>
            <a:spLocks noGrp="1"/>
          </p:cNvSpPr>
          <p:nvPr>
            <p:ph type="sldNum" sz="quarter" idx="12"/>
          </p:nvPr>
        </p:nvSpPr>
        <p:spPr/>
        <p:txBody>
          <a:bodyPr/>
          <a:lstStyle/>
          <a:p>
            <a:fld id="{D3475259-C304-4272-8FDF-2C3F4334C8F4}" type="slidenum">
              <a:rPr lang="en-US" smtClean="0"/>
              <a:t>14</a:t>
            </a:fld>
            <a:endParaRPr lang="en-US"/>
          </a:p>
        </p:txBody>
      </p:sp>
    </p:spTree>
    <p:extLst>
      <p:ext uri="{BB962C8B-B14F-4D97-AF65-F5344CB8AC3E}">
        <p14:creationId xmlns:p14="http://schemas.microsoft.com/office/powerpoint/2010/main" val="3372813807"/>
      </p:ext>
    </p:extLst>
  </p:cSld>
  <p:clrMapOvr>
    <a:masterClrMapping/>
  </p:clrMapOvr>
</p:sld>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Retrospect">
  <a:themeElements>
    <a:clrScheme name="Retrospect">
      <a:dk1>
        <a:srgbClr val="000000"/>
      </a:dk1>
      <a:lt1>
        <a:srgbClr val="FFFFFF"/>
      </a:lt1>
      <a:dk2>
        <a:srgbClr val="46464A"/>
      </a:dk2>
      <a:lt2>
        <a:srgbClr val="D1D9E1"/>
      </a:lt2>
      <a:accent1>
        <a:srgbClr val="6F6F74"/>
      </a:accent1>
      <a:accent2>
        <a:srgbClr val="A7B789"/>
      </a:accent2>
      <a:accent3>
        <a:srgbClr val="BEAE98"/>
      </a:accent3>
      <a:accent4>
        <a:srgbClr val="92A9B9"/>
      </a:accent4>
      <a:accent5>
        <a:srgbClr val="9C8265"/>
      </a:accent5>
      <a:accent6>
        <a:srgbClr val="8D6974"/>
      </a:accent6>
      <a:hlink>
        <a:srgbClr val="67AABF"/>
      </a:hlink>
      <a:folHlink>
        <a:srgbClr val="B1B5AB"/>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BAB94BD4-5D6D-4148-AB57-A4CCF1FD4E0C}"/>
    </a:ext>
  </a:extLst>
</a:theme>
</file>

<file path=ppt/theme/theme3.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F9C9D"/>
      </a:accent5>
      <a:accent6>
        <a:srgbClr val="9E5E9B"/>
      </a:accent6>
      <a:hlink>
        <a:srgbClr val="58C1BA"/>
      </a:hlink>
      <a:folHlink>
        <a:srgbClr val="9DD0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4.xml><?xml version="1.0" encoding="utf-8"?>
<a:theme xmlns:a="http://schemas.openxmlformats.org/drawingml/2006/main" name="Frame">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Frame">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629A0216-3BBD-45C0-B63F-2683BEA18F60}"/>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2276</TotalTime>
  <Words>1258</Words>
  <Application>Microsoft Office PowerPoint</Application>
  <PresentationFormat>On-screen Show (4:3)</PresentationFormat>
  <Paragraphs>108</Paragraphs>
  <Slides>14</Slides>
  <Notes>1</Notes>
  <HiddenSlides>0</HiddenSlides>
  <MMClips>0</MMClips>
  <ScaleCrop>false</ScaleCrop>
  <HeadingPairs>
    <vt:vector size="6" baseType="variant">
      <vt:variant>
        <vt:lpstr>Fonts Used</vt:lpstr>
      </vt:variant>
      <vt:variant>
        <vt:i4>9</vt:i4>
      </vt:variant>
      <vt:variant>
        <vt:lpstr>Theme</vt:lpstr>
      </vt:variant>
      <vt:variant>
        <vt:i4>4</vt:i4>
      </vt:variant>
      <vt:variant>
        <vt:lpstr>Slide Titles</vt:lpstr>
      </vt:variant>
      <vt:variant>
        <vt:i4>14</vt:i4>
      </vt:variant>
    </vt:vector>
  </HeadingPairs>
  <TitlesOfParts>
    <vt:vector size="27" baseType="lpstr">
      <vt:lpstr>Google Sans</vt:lpstr>
      <vt:lpstr>Arial</vt:lpstr>
      <vt:lpstr>Calibri</vt:lpstr>
      <vt:lpstr>Calibri Light</vt:lpstr>
      <vt:lpstr>Century Gothic</vt:lpstr>
      <vt:lpstr>Corbel</vt:lpstr>
      <vt:lpstr>Times New Roman</vt:lpstr>
      <vt:lpstr>Wingdings 2</vt:lpstr>
      <vt:lpstr>Wingdings 3</vt:lpstr>
      <vt:lpstr>Office Theme</vt:lpstr>
      <vt:lpstr>Retrospect</vt:lpstr>
      <vt:lpstr>Ion</vt:lpstr>
      <vt:lpstr>Frame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When is Listening Important?</vt:lpstr>
      <vt:lpstr>PowerPoint Presentation</vt:lpstr>
      <vt:lpstr>What Causes Listening to Fail</vt:lpstr>
      <vt:lpstr>PowerPoint Presentation</vt:lpstr>
      <vt:lpstr>How to Listen a voice about Risk</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Naznin Akther</cp:lastModifiedBy>
  <cp:revision>145</cp:revision>
  <dcterms:created xsi:type="dcterms:W3CDTF">2018-06-27T04:30:06Z</dcterms:created>
  <dcterms:modified xsi:type="dcterms:W3CDTF">2026-02-02T04:45:35Z</dcterms:modified>
</cp:coreProperties>
</file>