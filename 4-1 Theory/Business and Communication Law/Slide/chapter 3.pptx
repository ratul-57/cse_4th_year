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2"/>
  </p:notesMasterIdLst>
  <p:sldIdLst>
    <p:sldId id="293" r:id="rId2"/>
    <p:sldId id="257" r:id="rId3"/>
    <p:sldId id="258" r:id="rId4"/>
    <p:sldId id="259" r:id="rId5"/>
    <p:sldId id="261" r:id="rId6"/>
    <p:sldId id="262" r:id="rId7"/>
    <p:sldId id="294" r:id="rId8"/>
    <p:sldId id="263" r:id="rId9"/>
    <p:sldId id="269" r:id="rId10"/>
    <p:sldId id="29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68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964DC5-FE28-4E6A-9B20-0627C193A94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330BECA-DE6B-48CB-A271-CC4E8F985BC5}">
      <dgm:prSet/>
      <dgm:spPr/>
      <dgm:t>
        <a:bodyPr/>
        <a:lstStyle/>
        <a:p>
          <a:r>
            <a:rPr lang="en-US"/>
            <a:t>Selling products domestically and internationally. </a:t>
          </a:r>
        </a:p>
      </dgm:t>
    </dgm:pt>
    <dgm:pt modelId="{20A71D96-3806-47CB-9C47-8BBEB56CD107}" type="parTrans" cxnId="{FDD69E40-4C45-42FE-ACB6-F493094ED842}">
      <dgm:prSet/>
      <dgm:spPr/>
      <dgm:t>
        <a:bodyPr/>
        <a:lstStyle/>
        <a:p>
          <a:endParaRPr lang="en-US"/>
        </a:p>
      </dgm:t>
    </dgm:pt>
    <dgm:pt modelId="{742AFDD1-21D2-48D1-946F-E08CD7471F7B}" type="sibTrans" cxnId="{FDD69E40-4C45-42FE-ACB6-F493094ED842}">
      <dgm:prSet/>
      <dgm:spPr/>
      <dgm:t>
        <a:bodyPr/>
        <a:lstStyle/>
        <a:p>
          <a:endParaRPr lang="en-US"/>
        </a:p>
      </dgm:t>
    </dgm:pt>
    <dgm:pt modelId="{3FCBB2E3-9384-411B-B486-E22B6EB50007}">
      <dgm:prSet/>
      <dgm:spPr/>
      <dgm:t>
        <a:bodyPr/>
        <a:lstStyle/>
        <a:p>
          <a:r>
            <a:rPr lang="en-US"/>
            <a:t>More effective employees. </a:t>
          </a:r>
        </a:p>
      </dgm:t>
    </dgm:pt>
    <dgm:pt modelId="{1524B0DC-13FE-4849-B03E-750B2C2256BA}" type="parTrans" cxnId="{F5B9FF21-49BA-4781-8606-0E9100C192EC}">
      <dgm:prSet/>
      <dgm:spPr/>
      <dgm:t>
        <a:bodyPr/>
        <a:lstStyle/>
        <a:p>
          <a:endParaRPr lang="en-US"/>
        </a:p>
      </dgm:t>
    </dgm:pt>
    <dgm:pt modelId="{B5FCB4E6-A0EB-4EF1-87F6-C080D99E2F29}" type="sibTrans" cxnId="{F5B9FF21-49BA-4781-8606-0E9100C192EC}">
      <dgm:prSet/>
      <dgm:spPr/>
      <dgm:t>
        <a:bodyPr/>
        <a:lstStyle/>
        <a:p>
          <a:endParaRPr lang="en-US"/>
        </a:p>
      </dgm:t>
    </dgm:pt>
    <dgm:pt modelId="{E11676D2-894C-4D91-9BB5-AA558138745B}">
      <dgm:prSet/>
      <dgm:spPr/>
      <dgm:t>
        <a:bodyPr/>
        <a:lstStyle/>
        <a:p>
          <a:r>
            <a:rPr lang="en-US"/>
            <a:t>Enriching personal and Business life. </a:t>
          </a:r>
        </a:p>
      </dgm:t>
    </dgm:pt>
    <dgm:pt modelId="{09C8F21A-643D-4F54-BCBE-1CCCBC5F3FE1}" type="parTrans" cxnId="{0F7066A4-82D4-4E6D-84B6-70FE725672F1}">
      <dgm:prSet/>
      <dgm:spPr/>
      <dgm:t>
        <a:bodyPr/>
        <a:lstStyle/>
        <a:p>
          <a:endParaRPr lang="en-US"/>
        </a:p>
      </dgm:t>
    </dgm:pt>
    <dgm:pt modelId="{91C929FE-54E2-4C89-949E-FFA0060E6492}" type="sibTrans" cxnId="{0F7066A4-82D4-4E6D-84B6-70FE725672F1}">
      <dgm:prSet/>
      <dgm:spPr/>
      <dgm:t>
        <a:bodyPr/>
        <a:lstStyle/>
        <a:p>
          <a:endParaRPr lang="en-US"/>
        </a:p>
      </dgm:t>
    </dgm:pt>
    <dgm:pt modelId="{6357CF98-ACF5-4077-8DBF-560AB0E0BA93}" type="pres">
      <dgm:prSet presAssocID="{30964DC5-FE28-4E6A-9B20-0627C193A9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F4FB79C-986E-46DC-93B3-79D1F010971C}" type="pres">
      <dgm:prSet presAssocID="{D330BECA-DE6B-48CB-A271-CC4E8F985BC5}" presName="hierRoot1" presStyleCnt="0"/>
      <dgm:spPr/>
    </dgm:pt>
    <dgm:pt modelId="{3BDC4156-EB79-43BF-B146-062B10556D60}" type="pres">
      <dgm:prSet presAssocID="{D330BECA-DE6B-48CB-A271-CC4E8F985BC5}" presName="composite" presStyleCnt="0"/>
      <dgm:spPr/>
    </dgm:pt>
    <dgm:pt modelId="{5873FAD1-B47F-41D5-90AB-F706387B1642}" type="pres">
      <dgm:prSet presAssocID="{D330BECA-DE6B-48CB-A271-CC4E8F985BC5}" presName="background" presStyleLbl="node0" presStyleIdx="0" presStyleCnt="3"/>
      <dgm:spPr/>
    </dgm:pt>
    <dgm:pt modelId="{692A56DF-CEF8-4076-BA76-0F299B2A4490}" type="pres">
      <dgm:prSet presAssocID="{D330BECA-DE6B-48CB-A271-CC4E8F985BC5}" presName="text" presStyleLbl="fgAcc0" presStyleIdx="0" presStyleCnt="3">
        <dgm:presLayoutVars>
          <dgm:chPref val="3"/>
        </dgm:presLayoutVars>
      </dgm:prSet>
      <dgm:spPr/>
    </dgm:pt>
    <dgm:pt modelId="{2152E98E-6FEF-42D6-A612-C9E11C3AFF9B}" type="pres">
      <dgm:prSet presAssocID="{D330BECA-DE6B-48CB-A271-CC4E8F985BC5}" presName="hierChild2" presStyleCnt="0"/>
      <dgm:spPr/>
    </dgm:pt>
    <dgm:pt modelId="{5C11758B-1023-411C-8F3C-C9B7EBDFA992}" type="pres">
      <dgm:prSet presAssocID="{3FCBB2E3-9384-411B-B486-E22B6EB50007}" presName="hierRoot1" presStyleCnt="0"/>
      <dgm:spPr/>
    </dgm:pt>
    <dgm:pt modelId="{6D47E543-4DEA-4F16-B407-CF9F360B7CB7}" type="pres">
      <dgm:prSet presAssocID="{3FCBB2E3-9384-411B-B486-E22B6EB50007}" presName="composite" presStyleCnt="0"/>
      <dgm:spPr/>
    </dgm:pt>
    <dgm:pt modelId="{87AC6E0A-0E19-4590-AA61-AD2A55778264}" type="pres">
      <dgm:prSet presAssocID="{3FCBB2E3-9384-411B-B486-E22B6EB50007}" presName="background" presStyleLbl="node0" presStyleIdx="1" presStyleCnt="3"/>
      <dgm:spPr/>
    </dgm:pt>
    <dgm:pt modelId="{13399935-09A5-45E8-B9A4-BB903D5902AB}" type="pres">
      <dgm:prSet presAssocID="{3FCBB2E3-9384-411B-B486-E22B6EB50007}" presName="text" presStyleLbl="fgAcc0" presStyleIdx="1" presStyleCnt="3">
        <dgm:presLayoutVars>
          <dgm:chPref val="3"/>
        </dgm:presLayoutVars>
      </dgm:prSet>
      <dgm:spPr/>
    </dgm:pt>
    <dgm:pt modelId="{FF9DE3F8-B40E-4672-BDB1-D156D85CA824}" type="pres">
      <dgm:prSet presAssocID="{3FCBB2E3-9384-411B-B486-E22B6EB50007}" presName="hierChild2" presStyleCnt="0"/>
      <dgm:spPr/>
    </dgm:pt>
    <dgm:pt modelId="{A16C5769-9161-4446-B4AC-640BFFA60BF0}" type="pres">
      <dgm:prSet presAssocID="{E11676D2-894C-4D91-9BB5-AA558138745B}" presName="hierRoot1" presStyleCnt="0"/>
      <dgm:spPr/>
    </dgm:pt>
    <dgm:pt modelId="{2435EC84-1654-4EB1-8378-3053EE807A0F}" type="pres">
      <dgm:prSet presAssocID="{E11676D2-894C-4D91-9BB5-AA558138745B}" presName="composite" presStyleCnt="0"/>
      <dgm:spPr/>
    </dgm:pt>
    <dgm:pt modelId="{8CBA2DB4-B181-4160-8942-A995EBEB4204}" type="pres">
      <dgm:prSet presAssocID="{E11676D2-894C-4D91-9BB5-AA558138745B}" presName="background" presStyleLbl="node0" presStyleIdx="2" presStyleCnt="3"/>
      <dgm:spPr/>
    </dgm:pt>
    <dgm:pt modelId="{045E8DC2-6CA9-4708-94FA-D53EA41214B1}" type="pres">
      <dgm:prSet presAssocID="{E11676D2-894C-4D91-9BB5-AA558138745B}" presName="text" presStyleLbl="fgAcc0" presStyleIdx="2" presStyleCnt="3">
        <dgm:presLayoutVars>
          <dgm:chPref val="3"/>
        </dgm:presLayoutVars>
      </dgm:prSet>
      <dgm:spPr/>
    </dgm:pt>
    <dgm:pt modelId="{A2E19E1F-83BC-40E6-9A21-911B0A2E7495}" type="pres">
      <dgm:prSet presAssocID="{E11676D2-894C-4D91-9BB5-AA558138745B}" presName="hierChild2" presStyleCnt="0"/>
      <dgm:spPr/>
    </dgm:pt>
  </dgm:ptLst>
  <dgm:cxnLst>
    <dgm:cxn modelId="{F5B9FF21-49BA-4781-8606-0E9100C192EC}" srcId="{30964DC5-FE28-4E6A-9B20-0627C193A94A}" destId="{3FCBB2E3-9384-411B-B486-E22B6EB50007}" srcOrd="1" destOrd="0" parTransId="{1524B0DC-13FE-4849-B03E-750B2C2256BA}" sibTransId="{B5FCB4E6-A0EB-4EF1-87F6-C080D99E2F29}"/>
    <dgm:cxn modelId="{FDD69E40-4C45-42FE-ACB6-F493094ED842}" srcId="{30964DC5-FE28-4E6A-9B20-0627C193A94A}" destId="{D330BECA-DE6B-48CB-A271-CC4E8F985BC5}" srcOrd="0" destOrd="0" parTransId="{20A71D96-3806-47CB-9C47-8BBEB56CD107}" sibTransId="{742AFDD1-21D2-48D1-946F-E08CD7471F7B}"/>
    <dgm:cxn modelId="{F49F315C-25D6-46A5-BB01-34352D8A364C}" type="presOf" srcId="{D330BECA-DE6B-48CB-A271-CC4E8F985BC5}" destId="{692A56DF-CEF8-4076-BA76-0F299B2A4490}" srcOrd="0" destOrd="0" presId="urn:microsoft.com/office/officeart/2005/8/layout/hierarchy1"/>
    <dgm:cxn modelId="{A1659A65-9A5F-424F-9CEC-27298B576FF1}" type="presOf" srcId="{3FCBB2E3-9384-411B-B486-E22B6EB50007}" destId="{13399935-09A5-45E8-B9A4-BB903D5902AB}" srcOrd="0" destOrd="0" presId="urn:microsoft.com/office/officeart/2005/8/layout/hierarchy1"/>
    <dgm:cxn modelId="{0F7066A4-82D4-4E6D-84B6-70FE725672F1}" srcId="{30964DC5-FE28-4E6A-9B20-0627C193A94A}" destId="{E11676D2-894C-4D91-9BB5-AA558138745B}" srcOrd="2" destOrd="0" parTransId="{09C8F21A-643D-4F54-BCBE-1CCCBC5F3FE1}" sibTransId="{91C929FE-54E2-4C89-949E-FFA0060E6492}"/>
    <dgm:cxn modelId="{8741AAF7-BAD3-470A-AD6D-FFFFFD4EBB38}" type="presOf" srcId="{30964DC5-FE28-4E6A-9B20-0627C193A94A}" destId="{6357CF98-ACF5-4077-8DBF-560AB0E0BA93}" srcOrd="0" destOrd="0" presId="urn:microsoft.com/office/officeart/2005/8/layout/hierarchy1"/>
    <dgm:cxn modelId="{1CCBCAFD-9794-4F89-9297-B590DF77A032}" type="presOf" srcId="{E11676D2-894C-4D91-9BB5-AA558138745B}" destId="{045E8DC2-6CA9-4708-94FA-D53EA41214B1}" srcOrd="0" destOrd="0" presId="urn:microsoft.com/office/officeart/2005/8/layout/hierarchy1"/>
    <dgm:cxn modelId="{F75BD3FA-DAA4-4CF5-A12A-A78CCC707B7C}" type="presParOf" srcId="{6357CF98-ACF5-4077-8DBF-560AB0E0BA93}" destId="{7F4FB79C-986E-46DC-93B3-79D1F010971C}" srcOrd="0" destOrd="0" presId="urn:microsoft.com/office/officeart/2005/8/layout/hierarchy1"/>
    <dgm:cxn modelId="{DB3D7937-C4BA-42F2-9878-1DE22C11FE1B}" type="presParOf" srcId="{7F4FB79C-986E-46DC-93B3-79D1F010971C}" destId="{3BDC4156-EB79-43BF-B146-062B10556D60}" srcOrd="0" destOrd="0" presId="urn:microsoft.com/office/officeart/2005/8/layout/hierarchy1"/>
    <dgm:cxn modelId="{722AA12E-5F39-49A4-806D-170046F88519}" type="presParOf" srcId="{3BDC4156-EB79-43BF-B146-062B10556D60}" destId="{5873FAD1-B47F-41D5-90AB-F706387B1642}" srcOrd="0" destOrd="0" presId="urn:microsoft.com/office/officeart/2005/8/layout/hierarchy1"/>
    <dgm:cxn modelId="{18EA1752-8087-45E6-A952-7A95B6850FE2}" type="presParOf" srcId="{3BDC4156-EB79-43BF-B146-062B10556D60}" destId="{692A56DF-CEF8-4076-BA76-0F299B2A4490}" srcOrd="1" destOrd="0" presId="urn:microsoft.com/office/officeart/2005/8/layout/hierarchy1"/>
    <dgm:cxn modelId="{06498FBD-3821-435C-A9F6-98DDA924BCDD}" type="presParOf" srcId="{7F4FB79C-986E-46DC-93B3-79D1F010971C}" destId="{2152E98E-6FEF-42D6-A612-C9E11C3AFF9B}" srcOrd="1" destOrd="0" presId="urn:microsoft.com/office/officeart/2005/8/layout/hierarchy1"/>
    <dgm:cxn modelId="{F524797D-1F9D-4BD0-9C2F-035CC113107D}" type="presParOf" srcId="{6357CF98-ACF5-4077-8DBF-560AB0E0BA93}" destId="{5C11758B-1023-411C-8F3C-C9B7EBDFA992}" srcOrd="1" destOrd="0" presId="urn:microsoft.com/office/officeart/2005/8/layout/hierarchy1"/>
    <dgm:cxn modelId="{534E3085-1904-441D-B075-9865CCAEF7DE}" type="presParOf" srcId="{5C11758B-1023-411C-8F3C-C9B7EBDFA992}" destId="{6D47E543-4DEA-4F16-B407-CF9F360B7CB7}" srcOrd="0" destOrd="0" presId="urn:microsoft.com/office/officeart/2005/8/layout/hierarchy1"/>
    <dgm:cxn modelId="{9DD36FD3-BE5A-4154-9DD4-8F2B2CE94B07}" type="presParOf" srcId="{6D47E543-4DEA-4F16-B407-CF9F360B7CB7}" destId="{87AC6E0A-0E19-4590-AA61-AD2A55778264}" srcOrd="0" destOrd="0" presId="urn:microsoft.com/office/officeart/2005/8/layout/hierarchy1"/>
    <dgm:cxn modelId="{F5E90DA8-544B-43B1-A756-2BECBB89386D}" type="presParOf" srcId="{6D47E543-4DEA-4F16-B407-CF9F360B7CB7}" destId="{13399935-09A5-45E8-B9A4-BB903D5902AB}" srcOrd="1" destOrd="0" presId="urn:microsoft.com/office/officeart/2005/8/layout/hierarchy1"/>
    <dgm:cxn modelId="{ADD4F30A-6FDC-46AA-9355-47302BD82E98}" type="presParOf" srcId="{5C11758B-1023-411C-8F3C-C9B7EBDFA992}" destId="{FF9DE3F8-B40E-4672-BDB1-D156D85CA824}" srcOrd="1" destOrd="0" presId="urn:microsoft.com/office/officeart/2005/8/layout/hierarchy1"/>
    <dgm:cxn modelId="{F2CE04EA-12B6-497C-B501-40AB4580D831}" type="presParOf" srcId="{6357CF98-ACF5-4077-8DBF-560AB0E0BA93}" destId="{A16C5769-9161-4446-B4AC-640BFFA60BF0}" srcOrd="2" destOrd="0" presId="urn:microsoft.com/office/officeart/2005/8/layout/hierarchy1"/>
    <dgm:cxn modelId="{991E9EDE-E972-47A6-99B5-6724EE4DC9E5}" type="presParOf" srcId="{A16C5769-9161-4446-B4AC-640BFFA60BF0}" destId="{2435EC84-1654-4EB1-8378-3053EE807A0F}" srcOrd="0" destOrd="0" presId="urn:microsoft.com/office/officeart/2005/8/layout/hierarchy1"/>
    <dgm:cxn modelId="{4079142A-3338-4182-9524-B04CAD4CFDB1}" type="presParOf" srcId="{2435EC84-1654-4EB1-8378-3053EE807A0F}" destId="{8CBA2DB4-B181-4160-8942-A995EBEB4204}" srcOrd="0" destOrd="0" presId="urn:microsoft.com/office/officeart/2005/8/layout/hierarchy1"/>
    <dgm:cxn modelId="{F8C6681E-447A-410B-BE8B-01A85B38667E}" type="presParOf" srcId="{2435EC84-1654-4EB1-8378-3053EE807A0F}" destId="{045E8DC2-6CA9-4708-94FA-D53EA41214B1}" srcOrd="1" destOrd="0" presId="urn:microsoft.com/office/officeart/2005/8/layout/hierarchy1"/>
    <dgm:cxn modelId="{BA1D591B-B1BA-4D41-9DDE-BDFEAE9EAA4F}" type="presParOf" srcId="{A16C5769-9161-4446-B4AC-640BFFA60BF0}" destId="{A2E19E1F-83BC-40E6-9A21-911B0A2E749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DF9BC5-B3CD-42D3-8911-0756DDBCF396}" type="doc">
      <dgm:prSet loTypeId="urn:microsoft.com/office/officeart/2005/8/layout/hierarchy2" loCatId="hierarchy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83262C2-4962-47D3-A133-87C5BB733F4C}">
      <dgm:prSet/>
      <dgm:spPr/>
      <dgm:t>
        <a:bodyPr/>
        <a:lstStyle/>
        <a:p>
          <a:r>
            <a:rPr lang="en-US"/>
            <a:t>“Culture”?</a:t>
          </a:r>
        </a:p>
      </dgm:t>
    </dgm:pt>
    <dgm:pt modelId="{16747B3B-8905-472B-859D-5CB6A4C3BCBF}" type="parTrans" cxnId="{AC40B02D-E853-42C2-9661-9BDCCEF56408}">
      <dgm:prSet/>
      <dgm:spPr/>
      <dgm:t>
        <a:bodyPr/>
        <a:lstStyle/>
        <a:p>
          <a:endParaRPr lang="en-US"/>
        </a:p>
      </dgm:t>
    </dgm:pt>
    <dgm:pt modelId="{50A7323A-614B-410D-B0D4-FE111D324313}" type="sibTrans" cxnId="{AC40B02D-E853-42C2-9661-9BDCCEF56408}">
      <dgm:prSet/>
      <dgm:spPr/>
      <dgm:t>
        <a:bodyPr/>
        <a:lstStyle/>
        <a:p>
          <a:endParaRPr lang="en-US"/>
        </a:p>
      </dgm:t>
    </dgm:pt>
    <dgm:pt modelId="{FCC026A1-01E7-4D41-8231-566823C9F295}">
      <dgm:prSet/>
      <dgm:spPr/>
      <dgm:t>
        <a:bodyPr/>
        <a:lstStyle/>
        <a:p>
          <a:r>
            <a:rPr lang="en-US"/>
            <a:t>Factors that affect culture: </a:t>
          </a:r>
        </a:p>
      </dgm:t>
    </dgm:pt>
    <dgm:pt modelId="{949A282A-35B0-4D59-AE8B-098CE199EE09}" type="parTrans" cxnId="{A25D963D-660E-4B12-86FC-7E26706CBD03}">
      <dgm:prSet/>
      <dgm:spPr/>
      <dgm:t>
        <a:bodyPr/>
        <a:lstStyle/>
        <a:p>
          <a:endParaRPr lang="en-US"/>
        </a:p>
      </dgm:t>
    </dgm:pt>
    <dgm:pt modelId="{EB92D5FF-6DFB-4113-A9ED-F589927EA31A}" type="sibTrans" cxnId="{A25D963D-660E-4B12-86FC-7E26706CBD03}">
      <dgm:prSet/>
      <dgm:spPr/>
      <dgm:t>
        <a:bodyPr/>
        <a:lstStyle/>
        <a:p>
          <a:endParaRPr lang="en-US"/>
        </a:p>
      </dgm:t>
    </dgm:pt>
    <dgm:pt modelId="{10187E79-E43B-4283-8383-FD49C8E95F85}">
      <dgm:prSet/>
      <dgm:spPr/>
      <dgm:t>
        <a:bodyPr/>
        <a:lstStyle/>
        <a:p>
          <a:r>
            <a:rPr lang="en-US"/>
            <a:t>Topography. </a:t>
          </a:r>
        </a:p>
      </dgm:t>
    </dgm:pt>
    <dgm:pt modelId="{EFB29927-136A-4D6B-8F34-F19115B0CCB0}" type="parTrans" cxnId="{9E760887-00C0-437B-B114-EB8CE16F93CC}">
      <dgm:prSet/>
      <dgm:spPr/>
      <dgm:t>
        <a:bodyPr/>
        <a:lstStyle/>
        <a:p>
          <a:endParaRPr lang="en-US"/>
        </a:p>
      </dgm:t>
    </dgm:pt>
    <dgm:pt modelId="{73E490A5-F8FB-4E6B-A72F-34527CFFC12E}" type="sibTrans" cxnId="{9E760887-00C0-437B-B114-EB8CE16F93CC}">
      <dgm:prSet/>
      <dgm:spPr/>
      <dgm:t>
        <a:bodyPr/>
        <a:lstStyle/>
        <a:p>
          <a:endParaRPr lang="en-US"/>
        </a:p>
      </dgm:t>
    </dgm:pt>
    <dgm:pt modelId="{2B295E66-37D6-4379-967F-8B6FF154E3DB}">
      <dgm:prSet/>
      <dgm:spPr/>
      <dgm:t>
        <a:bodyPr/>
        <a:lstStyle/>
        <a:p>
          <a:r>
            <a:rPr lang="en-US"/>
            <a:t>History.</a:t>
          </a:r>
        </a:p>
      </dgm:t>
    </dgm:pt>
    <dgm:pt modelId="{918723D5-640E-4BAA-BFE8-513EA067E2E3}" type="parTrans" cxnId="{AA093168-AE9B-4C01-98B4-79BCE5F2A124}">
      <dgm:prSet/>
      <dgm:spPr/>
      <dgm:t>
        <a:bodyPr/>
        <a:lstStyle/>
        <a:p>
          <a:endParaRPr lang="en-US"/>
        </a:p>
      </dgm:t>
    </dgm:pt>
    <dgm:pt modelId="{CC7E3D34-E457-4432-89C7-DA010E490DB5}" type="sibTrans" cxnId="{AA093168-AE9B-4C01-98B4-79BCE5F2A124}">
      <dgm:prSet/>
      <dgm:spPr/>
      <dgm:t>
        <a:bodyPr/>
        <a:lstStyle/>
        <a:p>
          <a:endParaRPr lang="en-US"/>
        </a:p>
      </dgm:t>
    </dgm:pt>
    <dgm:pt modelId="{2D90BF34-0739-4517-8387-3619707386B6}">
      <dgm:prSet/>
      <dgm:spPr/>
      <dgm:t>
        <a:bodyPr/>
        <a:lstStyle/>
        <a:p>
          <a:r>
            <a:rPr lang="en-US" dirty="0"/>
            <a:t>Religion. </a:t>
          </a:r>
        </a:p>
      </dgm:t>
    </dgm:pt>
    <dgm:pt modelId="{E4EEA881-F7F6-458B-BECD-4393D9C6484E}" type="parTrans" cxnId="{E72D1339-1C6A-4B76-8AA3-BC86CA231545}">
      <dgm:prSet/>
      <dgm:spPr/>
      <dgm:t>
        <a:bodyPr/>
        <a:lstStyle/>
        <a:p>
          <a:endParaRPr lang="en-US"/>
        </a:p>
      </dgm:t>
    </dgm:pt>
    <dgm:pt modelId="{A867D751-12FC-46B0-9A8D-5BFE9E3BFAD4}" type="sibTrans" cxnId="{E72D1339-1C6A-4B76-8AA3-BC86CA231545}">
      <dgm:prSet/>
      <dgm:spPr/>
      <dgm:t>
        <a:bodyPr/>
        <a:lstStyle/>
        <a:p>
          <a:endParaRPr lang="en-US"/>
        </a:p>
      </dgm:t>
    </dgm:pt>
    <dgm:pt modelId="{062FF67E-DDAF-459A-87E2-3C0472F23D31}" type="pres">
      <dgm:prSet presAssocID="{31DF9BC5-B3CD-42D3-8911-0756DDBCF39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9EF50F0-7342-43AC-B096-301CFE077860}" type="pres">
      <dgm:prSet presAssocID="{083262C2-4962-47D3-A133-87C5BB733F4C}" presName="root1" presStyleCnt="0"/>
      <dgm:spPr/>
    </dgm:pt>
    <dgm:pt modelId="{1B956F69-BFCF-40E0-9053-64940667339F}" type="pres">
      <dgm:prSet presAssocID="{083262C2-4962-47D3-A133-87C5BB733F4C}" presName="LevelOneTextNode" presStyleLbl="node0" presStyleIdx="0" presStyleCnt="2">
        <dgm:presLayoutVars>
          <dgm:chPref val="3"/>
        </dgm:presLayoutVars>
      </dgm:prSet>
      <dgm:spPr/>
    </dgm:pt>
    <dgm:pt modelId="{A93EF1A3-D0E4-48C7-9A84-EB0E3DD9F10C}" type="pres">
      <dgm:prSet presAssocID="{083262C2-4962-47D3-A133-87C5BB733F4C}" presName="level2hierChild" presStyleCnt="0"/>
      <dgm:spPr/>
    </dgm:pt>
    <dgm:pt modelId="{FC1012DA-93C7-4467-964C-06B6984824EB}" type="pres">
      <dgm:prSet presAssocID="{FCC026A1-01E7-4D41-8231-566823C9F295}" presName="root1" presStyleCnt="0"/>
      <dgm:spPr/>
    </dgm:pt>
    <dgm:pt modelId="{415ADA54-9B6C-4D7F-BF8A-480897E6CC1C}" type="pres">
      <dgm:prSet presAssocID="{FCC026A1-01E7-4D41-8231-566823C9F295}" presName="LevelOneTextNode" presStyleLbl="node0" presStyleIdx="1" presStyleCnt="2">
        <dgm:presLayoutVars>
          <dgm:chPref val="3"/>
        </dgm:presLayoutVars>
      </dgm:prSet>
      <dgm:spPr/>
    </dgm:pt>
    <dgm:pt modelId="{C1962FFE-02A0-4EE5-91DE-B170FE4C188F}" type="pres">
      <dgm:prSet presAssocID="{FCC026A1-01E7-4D41-8231-566823C9F295}" presName="level2hierChild" presStyleCnt="0"/>
      <dgm:spPr/>
    </dgm:pt>
    <dgm:pt modelId="{4FC2CF4F-BE30-4DC7-9900-A70AB85F4DE8}" type="pres">
      <dgm:prSet presAssocID="{EFB29927-136A-4D6B-8F34-F19115B0CCB0}" presName="conn2-1" presStyleLbl="parChTrans1D2" presStyleIdx="0" presStyleCnt="3"/>
      <dgm:spPr/>
    </dgm:pt>
    <dgm:pt modelId="{5E99A17A-7CAD-4BB2-9D0C-260A00C3453F}" type="pres">
      <dgm:prSet presAssocID="{EFB29927-136A-4D6B-8F34-F19115B0CCB0}" presName="connTx" presStyleLbl="parChTrans1D2" presStyleIdx="0" presStyleCnt="3"/>
      <dgm:spPr/>
    </dgm:pt>
    <dgm:pt modelId="{3EEF78DF-D113-4F0A-831A-154B5B80F8C7}" type="pres">
      <dgm:prSet presAssocID="{10187E79-E43B-4283-8383-FD49C8E95F85}" presName="root2" presStyleCnt="0"/>
      <dgm:spPr/>
    </dgm:pt>
    <dgm:pt modelId="{7B0DF1D9-B08C-4534-B0E7-1E522CD18F8C}" type="pres">
      <dgm:prSet presAssocID="{10187E79-E43B-4283-8383-FD49C8E95F85}" presName="LevelTwoTextNode" presStyleLbl="node2" presStyleIdx="0" presStyleCnt="3">
        <dgm:presLayoutVars>
          <dgm:chPref val="3"/>
        </dgm:presLayoutVars>
      </dgm:prSet>
      <dgm:spPr/>
    </dgm:pt>
    <dgm:pt modelId="{0688F410-5F9F-4C74-9D30-447CDB98D9D4}" type="pres">
      <dgm:prSet presAssocID="{10187E79-E43B-4283-8383-FD49C8E95F85}" presName="level3hierChild" presStyleCnt="0"/>
      <dgm:spPr/>
    </dgm:pt>
    <dgm:pt modelId="{8AFAAA2A-C3B9-415C-9F68-CBAA9E0F5DF2}" type="pres">
      <dgm:prSet presAssocID="{918723D5-640E-4BAA-BFE8-513EA067E2E3}" presName="conn2-1" presStyleLbl="parChTrans1D2" presStyleIdx="1" presStyleCnt="3"/>
      <dgm:spPr/>
    </dgm:pt>
    <dgm:pt modelId="{FF583C97-07A5-4A07-B84F-C37736BAD77A}" type="pres">
      <dgm:prSet presAssocID="{918723D5-640E-4BAA-BFE8-513EA067E2E3}" presName="connTx" presStyleLbl="parChTrans1D2" presStyleIdx="1" presStyleCnt="3"/>
      <dgm:spPr/>
    </dgm:pt>
    <dgm:pt modelId="{0036F9A6-ECB8-4B70-85D7-B42C9821A92F}" type="pres">
      <dgm:prSet presAssocID="{2B295E66-37D6-4379-967F-8B6FF154E3DB}" presName="root2" presStyleCnt="0"/>
      <dgm:spPr/>
    </dgm:pt>
    <dgm:pt modelId="{D14516DE-EDD5-4774-84F6-86BEF644251E}" type="pres">
      <dgm:prSet presAssocID="{2B295E66-37D6-4379-967F-8B6FF154E3DB}" presName="LevelTwoTextNode" presStyleLbl="node2" presStyleIdx="1" presStyleCnt="3">
        <dgm:presLayoutVars>
          <dgm:chPref val="3"/>
        </dgm:presLayoutVars>
      </dgm:prSet>
      <dgm:spPr/>
    </dgm:pt>
    <dgm:pt modelId="{7D66E283-5578-4360-926B-3A6E422C6D36}" type="pres">
      <dgm:prSet presAssocID="{2B295E66-37D6-4379-967F-8B6FF154E3DB}" presName="level3hierChild" presStyleCnt="0"/>
      <dgm:spPr/>
    </dgm:pt>
    <dgm:pt modelId="{3F9F8C8C-ADB5-43CE-B666-7F025B4FD7C9}" type="pres">
      <dgm:prSet presAssocID="{E4EEA881-F7F6-458B-BECD-4393D9C6484E}" presName="conn2-1" presStyleLbl="parChTrans1D2" presStyleIdx="2" presStyleCnt="3"/>
      <dgm:spPr/>
    </dgm:pt>
    <dgm:pt modelId="{41465214-FEC3-46B3-B9A1-0C8CDA70A4F8}" type="pres">
      <dgm:prSet presAssocID="{E4EEA881-F7F6-458B-BECD-4393D9C6484E}" presName="connTx" presStyleLbl="parChTrans1D2" presStyleIdx="2" presStyleCnt="3"/>
      <dgm:spPr/>
    </dgm:pt>
    <dgm:pt modelId="{9CC8CCBB-88CA-4F52-95F3-A6B30F680EB9}" type="pres">
      <dgm:prSet presAssocID="{2D90BF34-0739-4517-8387-3619707386B6}" presName="root2" presStyleCnt="0"/>
      <dgm:spPr/>
    </dgm:pt>
    <dgm:pt modelId="{BF1EAF9D-BCD9-4DE1-903F-4BCD50D255EF}" type="pres">
      <dgm:prSet presAssocID="{2D90BF34-0739-4517-8387-3619707386B6}" presName="LevelTwoTextNode" presStyleLbl="node2" presStyleIdx="2" presStyleCnt="3">
        <dgm:presLayoutVars>
          <dgm:chPref val="3"/>
        </dgm:presLayoutVars>
      </dgm:prSet>
      <dgm:spPr/>
    </dgm:pt>
    <dgm:pt modelId="{B6844CF4-77E5-42AA-AD3C-478CBC28B785}" type="pres">
      <dgm:prSet presAssocID="{2D90BF34-0739-4517-8387-3619707386B6}" presName="level3hierChild" presStyleCnt="0"/>
      <dgm:spPr/>
    </dgm:pt>
  </dgm:ptLst>
  <dgm:cxnLst>
    <dgm:cxn modelId="{BF021601-C12E-41B5-B2F2-DB9759375DA2}" type="presOf" srcId="{E4EEA881-F7F6-458B-BECD-4393D9C6484E}" destId="{41465214-FEC3-46B3-B9A1-0C8CDA70A4F8}" srcOrd="1" destOrd="0" presId="urn:microsoft.com/office/officeart/2005/8/layout/hierarchy2"/>
    <dgm:cxn modelId="{1DED2E0A-ED00-419E-90E1-844629085AE9}" type="presOf" srcId="{31DF9BC5-B3CD-42D3-8911-0756DDBCF396}" destId="{062FF67E-DDAF-459A-87E2-3C0472F23D31}" srcOrd="0" destOrd="0" presId="urn:microsoft.com/office/officeart/2005/8/layout/hierarchy2"/>
    <dgm:cxn modelId="{81222118-0578-4E88-89F4-EBFEFB4F3AEE}" type="presOf" srcId="{918723D5-640E-4BAA-BFE8-513EA067E2E3}" destId="{FF583C97-07A5-4A07-B84F-C37736BAD77A}" srcOrd="1" destOrd="0" presId="urn:microsoft.com/office/officeart/2005/8/layout/hierarchy2"/>
    <dgm:cxn modelId="{8A5F3620-DE14-4D7A-B1F3-338CC98968A7}" type="presOf" srcId="{2D90BF34-0739-4517-8387-3619707386B6}" destId="{BF1EAF9D-BCD9-4DE1-903F-4BCD50D255EF}" srcOrd="0" destOrd="0" presId="urn:microsoft.com/office/officeart/2005/8/layout/hierarchy2"/>
    <dgm:cxn modelId="{C7B2F721-A741-4F15-B55E-0B939EC13ED1}" type="presOf" srcId="{FCC026A1-01E7-4D41-8231-566823C9F295}" destId="{415ADA54-9B6C-4D7F-BF8A-480897E6CC1C}" srcOrd="0" destOrd="0" presId="urn:microsoft.com/office/officeart/2005/8/layout/hierarchy2"/>
    <dgm:cxn modelId="{AC40B02D-E853-42C2-9661-9BDCCEF56408}" srcId="{31DF9BC5-B3CD-42D3-8911-0756DDBCF396}" destId="{083262C2-4962-47D3-A133-87C5BB733F4C}" srcOrd="0" destOrd="0" parTransId="{16747B3B-8905-472B-859D-5CB6A4C3BCBF}" sibTransId="{50A7323A-614B-410D-B0D4-FE111D324313}"/>
    <dgm:cxn modelId="{98B91832-2503-41B1-9AB5-A5C5D7FB93F2}" type="presOf" srcId="{083262C2-4962-47D3-A133-87C5BB733F4C}" destId="{1B956F69-BFCF-40E0-9053-64940667339F}" srcOrd="0" destOrd="0" presId="urn:microsoft.com/office/officeart/2005/8/layout/hierarchy2"/>
    <dgm:cxn modelId="{E72D1339-1C6A-4B76-8AA3-BC86CA231545}" srcId="{FCC026A1-01E7-4D41-8231-566823C9F295}" destId="{2D90BF34-0739-4517-8387-3619707386B6}" srcOrd="2" destOrd="0" parTransId="{E4EEA881-F7F6-458B-BECD-4393D9C6484E}" sibTransId="{A867D751-12FC-46B0-9A8D-5BFE9E3BFAD4}"/>
    <dgm:cxn modelId="{A25D963D-660E-4B12-86FC-7E26706CBD03}" srcId="{31DF9BC5-B3CD-42D3-8911-0756DDBCF396}" destId="{FCC026A1-01E7-4D41-8231-566823C9F295}" srcOrd="1" destOrd="0" parTransId="{949A282A-35B0-4D59-AE8B-098CE199EE09}" sibTransId="{EB92D5FF-6DFB-4113-A9ED-F589927EA31A}"/>
    <dgm:cxn modelId="{F0C4A840-E4D4-409A-9E0E-D4C398ECD560}" type="presOf" srcId="{918723D5-640E-4BAA-BFE8-513EA067E2E3}" destId="{8AFAAA2A-C3B9-415C-9F68-CBAA9E0F5DF2}" srcOrd="0" destOrd="0" presId="urn:microsoft.com/office/officeart/2005/8/layout/hierarchy2"/>
    <dgm:cxn modelId="{AA093168-AE9B-4C01-98B4-79BCE5F2A124}" srcId="{FCC026A1-01E7-4D41-8231-566823C9F295}" destId="{2B295E66-37D6-4379-967F-8B6FF154E3DB}" srcOrd="1" destOrd="0" parTransId="{918723D5-640E-4BAA-BFE8-513EA067E2E3}" sibTransId="{CC7E3D34-E457-4432-89C7-DA010E490DB5}"/>
    <dgm:cxn modelId="{73ADC04A-3396-4FFB-B66C-855097E52DBE}" type="presOf" srcId="{E4EEA881-F7F6-458B-BECD-4393D9C6484E}" destId="{3F9F8C8C-ADB5-43CE-B666-7F025B4FD7C9}" srcOrd="0" destOrd="0" presId="urn:microsoft.com/office/officeart/2005/8/layout/hierarchy2"/>
    <dgm:cxn modelId="{9E760887-00C0-437B-B114-EB8CE16F93CC}" srcId="{FCC026A1-01E7-4D41-8231-566823C9F295}" destId="{10187E79-E43B-4283-8383-FD49C8E95F85}" srcOrd="0" destOrd="0" parTransId="{EFB29927-136A-4D6B-8F34-F19115B0CCB0}" sibTransId="{73E490A5-F8FB-4E6B-A72F-34527CFFC12E}"/>
    <dgm:cxn modelId="{72C3B0BD-AF6A-4673-83C9-0FF0E8C13CD5}" type="presOf" srcId="{EFB29927-136A-4D6B-8F34-F19115B0CCB0}" destId="{4FC2CF4F-BE30-4DC7-9900-A70AB85F4DE8}" srcOrd="0" destOrd="0" presId="urn:microsoft.com/office/officeart/2005/8/layout/hierarchy2"/>
    <dgm:cxn modelId="{1433A9C4-E57B-4A0E-89C4-48CF0FF4E9C7}" type="presOf" srcId="{EFB29927-136A-4D6B-8F34-F19115B0CCB0}" destId="{5E99A17A-7CAD-4BB2-9D0C-260A00C3453F}" srcOrd="1" destOrd="0" presId="urn:microsoft.com/office/officeart/2005/8/layout/hierarchy2"/>
    <dgm:cxn modelId="{81D553C6-9B2E-4D4F-82EF-BAB011E66A53}" type="presOf" srcId="{10187E79-E43B-4283-8383-FD49C8E95F85}" destId="{7B0DF1D9-B08C-4534-B0E7-1E522CD18F8C}" srcOrd="0" destOrd="0" presId="urn:microsoft.com/office/officeart/2005/8/layout/hierarchy2"/>
    <dgm:cxn modelId="{D87129E0-7EFE-4820-98D9-D3E76B64ED41}" type="presOf" srcId="{2B295E66-37D6-4379-967F-8B6FF154E3DB}" destId="{D14516DE-EDD5-4774-84F6-86BEF644251E}" srcOrd="0" destOrd="0" presId="urn:microsoft.com/office/officeart/2005/8/layout/hierarchy2"/>
    <dgm:cxn modelId="{7EBCF3D4-093C-4AA8-8DA3-EF47D24C4796}" type="presParOf" srcId="{062FF67E-DDAF-459A-87E2-3C0472F23D31}" destId="{39EF50F0-7342-43AC-B096-301CFE077860}" srcOrd="0" destOrd="0" presId="urn:microsoft.com/office/officeart/2005/8/layout/hierarchy2"/>
    <dgm:cxn modelId="{18D7730B-0739-4FD5-82CE-717EA7897195}" type="presParOf" srcId="{39EF50F0-7342-43AC-B096-301CFE077860}" destId="{1B956F69-BFCF-40E0-9053-64940667339F}" srcOrd="0" destOrd="0" presId="urn:microsoft.com/office/officeart/2005/8/layout/hierarchy2"/>
    <dgm:cxn modelId="{C324F524-C5A0-46DF-8483-E591A7568246}" type="presParOf" srcId="{39EF50F0-7342-43AC-B096-301CFE077860}" destId="{A93EF1A3-D0E4-48C7-9A84-EB0E3DD9F10C}" srcOrd="1" destOrd="0" presId="urn:microsoft.com/office/officeart/2005/8/layout/hierarchy2"/>
    <dgm:cxn modelId="{BEE05EB5-73BB-4717-A91D-DF085D2423DE}" type="presParOf" srcId="{062FF67E-DDAF-459A-87E2-3C0472F23D31}" destId="{FC1012DA-93C7-4467-964C-06B6984824EB}" srcOrd="1" destOrd="0" presId="urn:microsoft.com/office/officeart/2005/8/layout/hierarchy2"/>
    <dgm:cxn modelId="{4FBC48D2-0DDF-4786-A9A5-E41FD1B395F5}" type="presParOf" srcId="{FC1012DA-93C7-4467-964C-06B6984824EB}" destId="{415ADA54-9B6C-4D7F-BF8A-480897E6CC1C}" srcOrd="0" destOrd="0" presId="urn:microsoft.com/office/officeart/2005/8/layout/hierarchy2"/>
    <dgm:cxn modelId="{D779A60A-B39A-4B32-9252-4EE912F46B77}" type="presParOf" srcId="{FC1012DA-93C7-4467-964C-06B6984824EB}" destId="{C1962FFE-02A0-4EE5-91DE-B170FE4C188F}" srcOrd="1" destOrd="0" presId="urn:microsoft.com/office/officeart/2005/8/layout/hierarchy2"/>
    <dgm:cxn modelId="{75C2C216-3EC4-4A47-827E-8CC118BD742F}" type="presParOf" srcId="{C1962FFE-02A0-4EE5-91DE-B170FE4C188F}" destId="{4FC2CF4F-BE30-4DC7-9900-A70AB85F4DE8}" srcOrd="0" destOrd="0" presId="urn:microsoft.com/office/officeart/2005/8/layout/hierarchy2"/>
    <dgm:cxn modelId="{0199E8C6-44EE-45BB-B620-CED6D172932E}" type="presParOf" srcId="{4FC2CF4F-BE30-4DC7-9900-A70AB85F4DE8}" destId="{5E99A17A-7CAD-4BB2-9D0C-260A00C3453F}" srcOrd="0" destOrd="0" presId="urn:microsoft.com/office/officeart/2005/8/layout/hierarchy2"/>
    <dgm:cxn modelId="{3D1FFFA4-5299-44A7-84AC-3D547043C917}" type="presParOf" srcId="{C1962FFE-02A0-4EE5-91DE-B170FE4C188F}" destId="{3EEF78DF-D113-4F0A-831A-154B5B80F8C7}" srcOrd="1" destOrd="0" presId="urn:microsoft.com/office/officeart/2005/8/layout/hierarchy2"/>
    <dgm:cxn modelId="{C0F15CEA-B3AA-4295-8BB0-56FE6A360A43}" type="presParOf" srcId="{3EEF78DF-D113-4F0A-831A-154B5B80F8C7}" destId="{7B0DF1D9-B08C-4534-B0E7-1E522CD18F8C}" srcOrd="0" destOrd="0" presId="urn:microsoft.com/office/officeart/2005/8/layout/hierarchy2"/>
    <dgm:cxn modelId="{58C625F3-E7A9-4E6B-914C-08B48D070665}" type="presParOf" srcId="{3EEF78DF-D113-4F0A-831A-154B5B80F8C7}" destId="{0688F410-5F9F-4C74-9D30-447CDB98D9D4}" srcOrd="1" destOrd="0" presId="urn:microsoft.com/office/officeart/2005/8/layout/hierarchy2"/>
    <dgm:cxn modelId="{92126D06-A7F7-4746-A11E-CEF15F6B8833}" type="presParOf" srcId="{C1962FFE-02A0-4EE5-91DE-B170FE4C188F}" destId="{8AFAAA2A-C3B9-415C-9F68-CBAA9E0F5DF2}" srcOrd="2" destOrd="0" presId="urn:microsoft.com/office/officeart/2005/8/layout/hierarchy2"/>
    <dgm:cxn modelId="{281A570F-1957-4B94-9500-F7EF272EB650}" type="presParOf" srcId="{8AFAAA2A-C3B9-415C-9F68-CBAA9E0F5DF2}" destId="{FF583C97-07A5-4A07-B84F-C37736BAD77A}" srcOrd="0" destOrd="0" presId="urn:microsoft.com/office/officeart/2005/8/layout/hierarchy2"/>
    <dgm:cxn modelId="{78D932CB-8E34-41AF-8FC0-7FF2ADB9D7DD}" type="presParOf" srcId="{C1962FFE-02A0-4EE5-91DE-B170FE4C188F}" destId="{0036F9A6-ECB8-4B70-85D7-B42C9821A92F}" srcOrd="3" destOrd="0" presId="urn:microsoft.com/office/officeart/2005/8/layout/hierarchy2"/>
    <dgm:cxn modelId="{92C97E45-894F-4562-801D-714D0B78BC3F}" type="presParOf" srcId="{0036F9A6-ECB8-4B70-85D7-B42C9821A92F}" destId="{D14516DE-EDD5-4774-84F6-86BEF644251E}" srcOrd="0" destOrd="0" presId="urn:microsoft.com/office/officeart/2005/8/layout/hierarchy2"/>
    <dgm:cxn modelId="{75A2A7FB-538C-4B4E-9F69-612E4700864B}" type="presParOf" srcId="{0036F9A6-ECB8-4B70-85D7-B42C9821A92F}" destId="{7D66E283-5578-4360-926B-3A6E422C6D36}" srcOrd="1" destOrd="0" presId="urn:microsoft.com/office/officeart/2005/8/layout/hierarchy2"/>
    <dgm:cxn modelId="{47742969-7AE4-41EB-86D1-EE826F6A4464}" type="presParOf" srcId="{C1962FFE-02A0-4EE5-91DE-B170FE4C188F}" destId="{3F9F8C8C-ADB5-43CE-B666-7F025B4FD7C9}" srcOrd="4" destOrd="0" presId="urn:microsoft.com/office/officeart/2005/8/layout/hierarchy2"/>
    <dgm:cxn modelId="{97BDA62F-B29E-49F7-9A86-3BBEB797C54D}" type="presParOf" srcId="{3F9F8C8C-ADB5-43CE-B666-7F025B4FD7C9}" destId="{41465214-FEC3-46B3-B9A1-0C8CDA70A4F8}" srcOrd="0" destOrd="0" presId="urn:microsoft.com/office/officeart/2005/8/layout/hierarchy2"/>
    <dgm:cxn modelId="{DA4D5D88-CA30-4026-B0A0-D578069253B3}" type="presParOf" srcId="{C1962FFE-02A0-4EE5-91DE-B170FE4C188F}" destId="{9CC8CCBB-88CA-4F52-95F3-A6B30F680EB9}" srcOrd="5" destOrd="0" presId="urn:microsoft.com/office/officeart/2005/8/layout/hierarchy2"/>
    <dgm:cxn modelId="{50535FAE-C923-4FF3-8F9B-67939099D9E7}" type="presParOf" srcId="{9CC8CCBB-88CA-4F52-95F3-A6B30F680EB9}" destId="{BF1EAF9D-BCD9-4DE1-903F-4BCD50D255EF}" srcOrd="0" destOrd="0" presId="urn:microsoft.com/office/officeart/2005/8/layout/hierarchy2"/>
    <dgm:cxn modelId="{B94792A3-B2FA-4D94-9B66-F4A126D20782}" type="presParOf" srcId="{9CC8CCBB-88CA-4F52-95F3-A6B30F680EB9}" destId="{B6844CF4-77E5-42AA-AD3C-478CBC28B78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2A5AA7-1C69-483A-BDC2-8A99E36864D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F6113A3-F1CD-4006-8BF0-B4A2DF9BCA9A}">
      <dgm:prSet/>
      <dgm:spPr/>
      <dgm:t>
        <a:bodyPr/>
        <a:lstStyle/>
        <a:p>
          <a:r>
            <a:rPr lang="en-US"/>
            <a:t>Passing Time : USA Vs Indonesia; Card giving.</a:t>
          </a:r>
        </a:p>
      </dgm:t>
    </dgm:pt>
    <dgm:pt modelId="{BE87F60E-42A1-4E78-99B6-B00CAE34E192}" type="parTrans" cxnId="{A05EE926-D742-4FD6-AE01-85D9FF1A06C1}">
      <dgm:prSet/>
      <dgm:spPr/>
      <dgm:t>
        <a:bodyPr/>
        <a:lstStyle/>
        <a:p>
          <a:endParaRPr lang="en-US"/>
        </a:p>
      </dgm:t>
    </dgm:pt>
    <dgm:pt modelId="{14DC06E9-5E01-4905-ADD7-55A1CABF881C}" type="sibTrans" cxnId="{A05EE926-D742-4FD6-AE01-85D9FF1A06C1}">
      <dgm:prSet/>
      <dgm:spPr/>
      <dgm:t>
        <a:bodyPr/>
        <a:lstStyle/>
        <a:p>
          <a:endParaRPr lang="en-US"/>
        </a:p>
      </dgm:t>
    </dgm:pt>
    <dgm:pt modelId="{833ADE11-E0DF-4FCE-8B9C-D0EBFABD20FD}">
      <dgm:prSet/>
      <dgm:spPr/>
      <dgm:t>
        <a:bodyPr/>
        <a:lstStyle/>
        <a:p>
          <a:r>
            <a:rPr lang="en-US"/>
            <a:t>Heads, Hands (2), Finger for number, me (japan, china, USA), Eye contract, handshaking, smile, meaning of left hand). </a:t>
          </a:r>
        </a:p>
      </dgm:t>
    </dgm:pt>
    <dgm:pt modelId="{21C5B728-EEB7-46A1-B280-3E34C795C54B}" type="parTrans" cxnId="{C1C4F8C3-CA98-4185-A204-B1433AA8C3D2}">
      <dgm:prSet/>
      <dgm:spPr/>
      <dgm:t>
        <a:bodyPr/>
        <a:lstStyle/>
        <a:p>
          <a:endParaRPr lang="en-US"/>
        </a:p>
      </dgm:t>
    </dgm:pt>
    <dgm:pt modelId="{84E8768F-7535-4457-88FF-7720B62FA365}" type="sibTrans" cxnId="{C1C4F8C3-CA98-4185-A204-B1433AA8C3D2}">
      <dgm:prSet/>
      <dgm:spPr/>
      <dgm:t>
        <a:bodyPr/>
        <a:lstStyle/>
        <a:p>
          <a:endParaRPr lang="en-US"/>
        </a:p>
      </dgm:t>
    </dgm:pt>
    <dgm:pt modelId="{B5367577-79FC-4A09-A63E-A63FB7D07984}" type="pres">
      <dgm:prSet presAssocID="{6E2A5AA7-1C69-483A-BDC2-8A99E36864DC}" presName="root" presStyleCnt="0">
        <dgm:presLayoutVars>
          <dgm:dir/>
          <dgm:resizeHandles val="exact"/>
        </dgm:presLayoutVars>
      </dgm:prSet>
      <dgm:spPr/>
    </dgm:pt>
    <dgm:pt modelId="{8356FDE8-E81D-4738-A42C-750AFCF09318}" type="pres">
      <dgm:prSet presAssocID="{3F6113A3-F1CD-4006-8BF0-B4A2DF9BCA9A}" presName="compNode" presStyleCnt="0"/>
      <dgm:spPr/>
    </dgm:pt>
    <dgm:pt modelId="{EB4812DB-0437-40A7-BC82-AE46D744DDFF}" type="pres">
      <dgm:prSet presAssocID="{3F6113A3-F1CD-4006-8BF0-B4A2DF9BCA9A}" presName="bgRect" presStyleLbl="bgShp" presStyleIdx="0" presStyleCnt="2"/>
      <dgm:spPr/>
    </dgm:pt>
    <dgm:pt modelId="{1DB3DE5B-8D09-4388-A844-989FEE6AC17D}" type="pres">
      <dgm:prSet presAssocID="{3F6113A3-F1CD-4006-8BF0-B4A2DF9BCA9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2D0AC58E-86BD-4E25-A80E-0EF2E8586688}" type="pres">
      <dgm:prSet presAssocID="{3F6113A3-F1CD-4006-8BF0-B4A2DF9BCA9A}" presName="spaceRect" presStyleCnt="0"/>
      <dgm:spPr/>
    </dgm:pt>
    <dgm:pt modelId="{8C7C1867-6576-41A6-80E0-7A36305EFAC9}" type="pres">
      <dgm:prSet presAssocID="{3F6113A3-F1CD-4006-8BF0-B4A2DF9BCA9A}" presName="parTx" presStyleLbl="revTx" presStyleIdx="0" presStyleCnt="2">
        <dgm:presLayoutVars>
          <dgm:chMax val="0"/>
          <dgm:chPref val="0"/>
        </dgm:presLayoutVars>
      </dgm:prSet>
      <dgm:spPr/>
    </dgm:pt>
    <dgm:pt modelId="{54A59454-15E6-48A2-9BBA-9B328E2FD74F}" type="pres">
      <dgm:prSet presAssocID="{14DC06E9-5E01-4905-ADD7-55A1CABF881C}" presName="sibTrans" presStyleCnt="0"/>
      <dgm:spPr/>
    </dgm:pt>
    <dgm:pt modelId="{48BB3B15-690B-49E6-AC14-0312984D0175}" type="pres">
      <dgm:prSet presAssocID="{833ADE11-E0DF-4FCE-8B9C-D0EBFABD20FD}" presName="compNode" presStyleCnt="0"/>
      <dgm:spPr/>
    </dgm:pt>
    <dgm:pt modelId="{7C99947A-7687-445F-8D74-1B090380A5D6}" type="pres">
      <dgm:prSet presAssocID="{833ADE11-E0DF-4FCE-8B9C-D0EBFABD20FD}" presName="bgRect" presStyleLbl="bgShp" presStyleIdx="1" presStyleCnt="2"/>
      <dgm:spPr/>
    </dgm:pt>
    <dgm:pt modelId="{97F042D8-2185-4BDD-8803-01876422203D}" type="pres">
      <dgm:prSet presAssocID="{833ADE11-E0DF-4FCE-8B9C-D0EBFABD20F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"/>
        </a:ext>
      </dgm:extLst>
    </dgm:pt>
    <dgm:pt modelId="{CF81B2D2-5E8B-42D1-B93B-6E930EB7BFD7}" type="pres">
      <dgm:prSet presAssocID="{833ADE11-E0DF-4FCE-8B9C-D0EBFABD20FD}" presName="spaceRect" presStyleCnt="0"/>
      <dgm:spPr/>
    </dgm:pt>
    <dgm:pt modelId="{4EBF56DB-41C2-46A7-A7E2-3E3C53274F5B}" type="pres">
      <dgm:prSet presAssocID="{833ADE11-E0DF-4FCE-8B9C-D0EBFABD20F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67B140F-DD2D-43CD-9FFD-9B0D4E6CD7F8}" type="presOf" srcId="{3F6113A3-F1CD-4006-8BF0-B4A2DF9BCA9A}" destId="{8C7C1867-6576-41A6-80E0-7A36305EFAC9}" srcOrd="0" destOrd="0" presId="urn:microsoft.com/office/officeart/2018/2/layout/IconVerticalSolidList"/>
    <dgm:cxn modelId="{9980CB1D-5356-4117-B3D2-2F8E36FF8B8E}" type="presOf" srcId="{833ADE11-E0DF-4FCE-8B9C-D0EBFABD20FD}" destId="{4EBF56DB-41C2-46A7-A7E2-3E3C53274F5B}" srcOrd="0" destOrd="0" presId="urn:microsoft.com/office/officeart/2018/2/layout/IconVerticalSolidList"/>
    <dgm:cxn modelId="{A05EE926-D742-4FD6-AE01-85D9FF1A06C1}" srcId="{6E2A5AA7-1C69-483A-BDC2-8A99E36864DC}" destId="{3F6113A3-F1CD-4006-8BF0-B4A2DF9BCA9A}" srcOrd="0" destOrd="0" parTransId="{BE87F60E-42A1-4E78-99B6-B00CAE34E192}" sibTransId="{14DC06E9-5E01-4905-ADD7-55A1CABF881C}"/>
    <dgm:cxn modelId="{BABD3037-AD75-4CD7-803C-A3E22438B8B0}" type="presOf" srcId="{6E2A5AA7-1C69-483A-BDC2-8A99E36864DC}" destId="{B5367577-79FC-4A09-A63E-A63FB7D07984}" srcOrd="0" destOrd="0" presId="urn:microsoft.com/office/officeart/2018/2/layout/IconVerticalSolidList"/>
    <dgm:cxn modelId="{C1C4F8C3-CA98-4185-A204-B1433AA8C3D2}" srcId="{6E2A5AA7-1C69-483A-BDC2-8A99E36864DC}" destId="{833ADE11-E0DF-4FCE-8B9C-D0EBFABD20FD}" srcOrd="1" destOrd="0" parTransId="{21C5B728-EEB7-46A1-B280-3E34C795C54B}" sibTransId="{84E8768F-7535-4457-88FF-7720B62FA365}"/>
    <dgm:cxn modelId="{4DAE001E-232C-423E-8287-865899A3E517}" type="presParOf" srcId="{B5367577-79FC-4A09-A63E-A63FB7D07984}" destId="{8356FDE8-E81D-4738-A42C-750AFCF09318}" srcOrd="0" destOrd="0" presId="urn:microsoft.com/office/officeart/2018/2/layout/IconVerticalSolidList"/>
    <dgm:cxn modelId="{F2E0E456-0832-4A9D-949B-4C8D2D706BA6}" type="presParOf" srcId="{8356FDE8-E81D-4738-A42C-750AFCF09318}" destId="{EB4812DB-0437-40A7-BC82-AE46D744DDFF}" srcOrd="0" destOrd="0" presId="urn:microsoft.com/office/officeart/2018/2/layout/IconVerticalSolidList"/>
    <dgm:cxn modelId="{4BF2CE47-FFF1-4AFB-A0CC-397F1587123E}" type="presParOf" srcId="{8356FDE8-E81D-4738-A42C-750AFCF09318}" destId="{1DB3DE5B-8D09-4388-A844-989FEE6AC17D}" srcOrd="1" destOrd="0" presId="urn:microsoft.com/office/officeart/2018/2/layout/IconVerticalSolidList"/>
    <dgm:cxn modelId="{D77797DE-4E79-431E-B61C-534E4B89C69A}" type="presParOf" srcId="{8356FDE8-E81D-4738-A42C-750AFCF09318}" destId="{2D0AC58E-86BD-4E25-A80E-0EF2E8586688}" srcOrd="2" destOrd="0" presId="urn:microsoft.com/office/officeart/2018/2/layout/IconVerticalSolidList"/>
    <dgm:cxn modelId="{BD5A0EDB-6E44-47A4-8BE1-7C750130DD2C}" type="presParOf" srcId="{8356FDE8-E81D-4738-A42C-750AFCF09318}" destId="{8C7C1867-6576-41A6-80E0-7A36305EFAC9}" srcOrd="3" destOrd="0" presId="urn:microsoft.com/office/officeart/2018/2/layout/IconVerticalSolidList"/>
    <dgm:cxn modelId="{7B336F8E-2E79-4FB4-BAC5-EC3819FE5E6A}" type="presParOf" srcId="{B5367577-79FC-4A09-A63E-A63FB7D07984}" destId="{54A59454-15E6-48A2-9BBA-9B328E2FD74F}" srcOrd="1" destOrd="0" presId="urn:microsoft.com/office/officeart/2018/2/layout/IconVerticalSolidList"/>
    <dgm:cxn modelId="{66595CDD-71AE-4790-99C6-31DE4B79ACC4}" type="presParOf" srcId="{B5367577-79FC-4A09-A63E-A63FB7D07984}" destId="{48BB3B15-690B-49E6-AC14-0312984D0175}" srcOrd="2" destOrd="0" presId="urn:microsoft.com/office/officeart/2018/2/layout/IconVerticalSolidList"/>
    <dgm:cxn modelId="{2D3577C7-78F4-477E-A410-E98CAC2D92A3}" type="presParOf" srcId="{48BB3B15-690B-49E6-AC14-0312984D0175}" destId="{7C99947A-7687-445F-8D74-1B090380A5D6}" srcOrd="0" destOrd="0" presId="urn:microsoft.com/office/officeart/2018/2/layout/IconVerticalSolidList"/>
    <dgm:cxn modelId="{87A83CC2-127F-4E43-B993-A1FF79EA4F89}" type="presParOf" srcId="{48BB3B15-690B-49E6-AC14-0312984D0175}" destId="{97F042D8-2185-4BDD-8803-01876422203D}" srcOrd="1" destOrd="0" presId="urn:microsoft.com/office/officeart/2018/2/layout/IconVerticalSolidList"/>
    <dgm:cxn modelId="{22495025-864F-4933-9E3A-86A934D408E0}" type="presParOf" srcId="{48BB3B15-690B-49E6-AC14-0312984D0175}" destId="{CF81B2D2-5E8B-42D1-B93B-6E930EB7BFD7}" srcOrd="2" destOrd="0" presId="urn:microsoft.com/office/officeart/2018/2/layout/IconVerticalSolidList"/>
    <dgm:cxn modelId="{0B693DD0-99A5-42DA-B2CE-77B64390555F}" type="presParOf" srcId="{48BB3B15-690B-49E6-AC14-0312984D0175}" destId="{4EBF56DB-41C2-46A7-A7E2-3E3C53274F5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97272F-5355-40A8-97D6-E808CDACECF3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6439A59-957E-458A-B881-B9D795C70E7B}">
      <dgm:prSet/>
      <dgm:spPr/>
      <dgm:t>
        <a:bodyPr/>
        <a:lstStyle/>
        <a:p>
          <a:r>
            <a:rPr lang="en-US" b="1"/>
            <a:t>1. McDonald’s — Adapting Menus &amp; Messages for Local Cultures</a:t>
          </a:r>
          <a:endParaRPr lang="en-US"/>
        </a:p>
      </dgm:t>
    </dgm:pt>
    <dgm:pt modelId="{00C35825-57A6-4031-A097-DC313561983A}" type="parTrans" cxnId="{956D6885-CD62-4DE4-B9C6-376951B45C88}">
      <dgm:prSet/>
      <dgm:spPr/>
      <dgm:t>
        <a:bodyPr/>
        <a:lstStyle/>
        <a:p>
          <a:endParaRPr lang="en-US"/>
        </a:p>
      </dgm:t>
    </dgm:pt>
    <dgm:pt modelId="{F9EE8FBC-88E1-40FE-B29B-0BCA90681E47}" type="sibTrans" cxnId="{956D6885-CD62-4DE4-B9C6-376951B45C88}">
      <dgm:prSet/>
      <dgm:spPr/>
      <dgm:t>
        <a:bodyPr/>
        <a:lstStyle/>
        <a:p>
          <a:endParaRPr lang="en-US"/>
        </a:p>
      </dgm:t>
    </dgm:pt>
    <dgm:pt modelId="{D39BF71C-D72F-4FD8-8577-78A5FC6A61AF}">
      <dgm:prSet/>
      <dgm:spPr/>
      <dgm:t>
        <a:bodyPr/>
        <a:lstStyle/>
        <a:p>
          <a:r>
            <a:rPr lang="en-US" b="1"/>
            <a:t>KFC China — Successful Cultural Adaptation</a:t>
          </a:r>
          <a:endParaRPr lang="en-US"/>
        </a:p>
      </dgm:t>
    </dgm:pt>
    <dgm:pt modelId="{36B3546B-39AB-43D3-8352-7368B95A8297}" type="parTrans" cxnId="{FAAE2328-4559-4145-8582-188E3722F83F}">
      <dgm:prSet/>
      <dgm:spPr/>
      <dgm:t>
        <a:bodyPr/>
        <a:lstStyle/>
        <a:p>
          <a:endParaRPr lang="en-US"/>
        </a:p>
      </dgm:t>
    </dgm:pt>
    <dgm:pt modelId="{D0D112B4-5E2F-4A5E-8079-96DCEC18D41D}" type="sibTrans" cxnId="{FAAE2328-4559-4145-8582-188E3722F83F}">
      <dgm:prSet/>
      <dgm:spPr/>
      <dgm:t>
        <a:bodyPr/>
        <a:lstStyle/>
        <a:p>
          <a:endParaRPr lang="en-US"/>
        </a:p>
      </dgm:t>
    </dgm:pt>
    <dgm:pt modelId="{4F84175C-72B6-4ADF-9311-E9F2F68186A0}">
      <dgm:prSet/>
      <dgm:spPr/>
      <dgm:t>
        <a:bodyPr/>
        <a:lstStyle/>
        <a:p>
          <a:r>
            <a:rPr lang="en-US" b="1"/>
            <a:t>Coca-Cola — Global Message, Local Culture</a:t>
          </a:r>
          <a:endParaRPr lang="en-US"/>
        </a:p>
      </dgm:t>
    </dgm:pt>
    <dgm:pt modelId="{FF74B79A-CCC2-41A9-96A4-0E60D2822A3B}" type="parTrans" cxnId="{7DEDEA25-AA00-4E35-86E2-D14022634E6F}">
      <dgm:prSet/>
      <dgm:spPr/>
      <dgm:t>
        <a:bodyPr/>
        <a:lstStyle/>
        <a:p>
          <a:endParaRPr lang="en-US"/>
        </a:p>
      </dgm:t>
    </dgm:pt>
    <dgm:pt modelId="{1AFFA0E9-E65B-40F3-B3C6-E852499E7A3B}" type="sibTrans" cxnId="{7DEDEA25-AA00-4E35-86E2-D14022634E6F}">
      <dgm:prSet/>
      <dgm:spPr/>
      <dgm:t>
        <a:bodyPr/>
        <a:lstStyle/>
        <a:p>
          <a:endParaRPr lang="en-US"/>
        </a:p>
      </dgm:t>
    </dgm:pt>
    <dgm:pt modelId="{C97D33C4-CC35-4D90-B5A4-629C6888EF93}">
      <dgm:prSet/>
      <dgm:spPr/>
      <dgm:t>
        <a:bodyPr/>
        <a:lstStyle/>
        <a:p>
          <a:r>
            <a:rPr lang="en-US" b="1"/>
            <a:t>Nike — Cultural Symbol Mistakes</a:t>
          </a:r>
          <a:endParaRPr lang="en-US"/>
        </a:p>
      </dgm:t>
    </dgm:pt>
    <dgm:pt modelId="{C73972F3-FCEC-442A-B2B4-9DBEC7BD55A2}" type="parTrans" cxnId="{054DBBAF-A12C-40BD-A93D-C2F334DE17FD}">
      <dgm:prSet/>
      <dgm:spPr/>
      <dgm:t>
        <a:bodyPr/>
        <a:lstStyle/>
        <a:p>
          <a:endParaRPr lang="en-US"/>
        </a:p>
      </dgm:t>
    </dgm:pt>
    <dgm:pt modelId="{59DFC5F2-7B33-4793-94F8-F3D2BCE64220}" type="sibTrans" cxnId="{054DBBAF-A12C-40BD-A93D-C2F334DE17FD}">
      <dgm:prSet/>
      <dgm:spPr/>
      <dgm:t>
        <a:bodyPr/>
        <a:lstStyle/>
        <a:p>
          <a:endParaRPr lang="en-US"/>
        </a:p>
      </dgm:t>
    </dgm:pt>
    <dgm:pt modelId="{9EC0C3EC-1C7E-41CF-BF73-6F589049A920}">
      <dgm:prSet/>
      <dgm:spPr/>
      <dgm:t>
        <a:bodyPr/>
        <a:lstStyle/>
        <a:p>
          <a:r>
            <a:rPr lang="en-US" b="1"/>
            <a:t>Google — Managing Cross-Cultural Teams Worldwide</a:t>
          </a:r>
          <a:endParaRPr lang="en-US"/>
        </a:p>
      </dgm:t>
    </dgm:pt>
    <dgm:pt modelId="{66E075CC-2E62-41AB-B77D-F1B59A6C373E}" type="parTrans" cxnId="{F705A325-D79F-4D5F-820F-CE4CDEBF8EFA}">
      <dgm:prSet/>
      <dgm:spPr/>
      <dgm:t>
        <a:bodyPr/>
        <a:lstStyle/>
        <a:p>
          <a:endParaRPr lang="en-US"/>
        </a:p>
      </dgm:t>
    </dgm:pt>
    <dgm:pt modelId="{4E54A45A-F5D3-4DDB-A7ED-2B1C6DC4E1D6}" type="sibTrans" cxnId="{F705A325-D79F-4D5F-820F-CE4CDEBF8EFA}">
      <dgm:prSet/>
      <dgm:spPr/>
      <dgm:t>
        <a:bodyPr/>
        <a:lstStyle/>
        <a:p>
          <a:endParaRPr lang="en-US"/>
        </a:p>
      </dgm:t>
    </dgm:pt>
    <dgm:pt modelId="{86E75F35-1EC4-4E2E-B8B9-EE0C9FB07F63}">
      <dgm:prSet/>
      <dgm:spPr/>
      <dgm:t>
        <a:bodyPr/>
        <a:lstStyle/>
        <a:p>
          <a:r>
            <a:rPr lang="en-US" b="1"/>
            <a:t>Samsung — Korean vs. Western Communication Styles</a:t>
          </a:r>
          <a:endParaRPr lang="en-US"/>
        </a:p>
      </dgm:t>
    </dgm:pt>
    <dgm:pt modelId="{4FC89C15-C14B-4B42-9FEC-9F6A39EDE420}" type="parTrans" cxnId="{82E667F7-BDC5-4460-9579-1F8AA1439984}">
      <dgm:prSet/>
      <dgm:spPr/>
      <dgm:t>
        <a:bodyPr/>
        <a:lstStyle/>
        <a:p>
          <a:endParaRPr lang="en-US"/>
        </a:p>
      </dgm:t>
    </dgm:pt>
    <dgm:pt modelId="{A1DD04B9-50F9-4040-A4E8-5DE5F146C8A7}" type="sibTrans" cxnId="{82E667F7-BDC5-4460-9579-1F8AA1439984}">
      <dgm:prSet/>
      <dgm:spPr/>
      <dgm:t>
        <a:bodyPr/>
        <a:lstStyle/>
        <a:p>
          <a:endParaRPr lang="en-US"/>
        </a:p>
      </dgm:t>
    </dgm:pt>
    <dgm:pt modelId="{5FAEB371-A9B0-4B6A-B320-FF07D3CDCEC7}">
      <dgm:prSet/>
      <dgm:spPr/>
      <dgm:t>
        <a:bodyPr/>
        <a:lstStyle/>
        <a:p>
          <a:r>
            <a:rPr lang="en-US" b="1"/>
            <a:t>Unilever — Marketing Across 190 Countries</a:t>
          </a:r>
          <a:r>
            <a:rPr lang="en-US"/>
            <a:t> </a:t>
          </a:r>
          <a:r>
            <a:rPr lang="en-US" b="1"/>
            <a:t>Cross-Cultural Practices</a:t>
          </a:r>
          <a:endParaRPr lang="en-US"/>
        </a:p>
      </dgm:t>
    </dgm:pt>
    <dgm:pt modelId="{A5126547-DCE4-492F-9E4D-F3B6DE94A499}" type="parTrans" cxnId="{34EF08E6-6BC6-491D-B5D3-374CF0485CBD}">
      <dgm:prSet/>
      <dgm:spPr/>
      <dgm:t>
        <a:bodyPr/>
        <a:lstStyle/>
        <a:p>
          <a:endParaRPr lang="en-US"/>
        </a:p>
      </dgm:t>
    </dgm:pt>
    <dgm:pt modelId="{20A4E46C-3C0E-4635-B053-30F9C9230AC9}" type="sibTrans" cxnId="{34EF08E6-6BC6-491D-B5D3-374CF0485CBD}">
      <dgm:prSet/>
      <dgm:spPr/>
      <dgm:t>
        <a:bodyPr/>
        <a:lstStyle/>
        <a:p>
          <a:endParaRPr lang="en-US"/>
        </a:p>
      </dgm:t>
    </dgm:pt>
    <dgm:pt modelId="{465EBD4F-7E2D-42C9-90B3-8AA4866A502C}" type="pres">
      <dgm:prSet presAssocID="{FE97272F-5355-40A8-97D6-E808CDACECF3}" presName="Name0" presStyleCnt="0">
        <dgm:presLayoutVars>
          <dgm:dir/>
          <dgm:resizeHandles val="exact"/>
        </dgm:presLayoutVars>
      </dgm:prSet>
      <dgm:spPr/>
    </dgm:pt>
    <dgm:pt modelId="{810004C9-0434-45F6-94F6-858B2ED26A8A}" type="pres">
      <dgm:prSet presAssocID="{46439A59-957E-458A-B881-B9D795C70E7B}" presName="node" presStyleLbl="node1" presStyleIdx="0" presStyleCnt="7">
        <dgm:presLayoutVars>
          <dgm:bulletEnabled val="1"/>
        </dgm:presLayoutVars>
      </dgm:prSet>
      <dgm:spPr/>
    </dgm:pt>
    <dgm:pt modelId="{CCCFD3FF-FC97-46CF-981E-EEA7531258C3}" type="pres">
      <dgm:prSet presAssocID="{F9EE8FBC-88E1-40FE-B29B-0BCA90681E47}" presName="sibTrans" presStyleLbl="sibTrans1D1" presStyleIdx="0" presStyleCnt="6"/>
      <dgm:spPr/>
    </dgm:pt>
    <dgm:pt modelId="{538542A8-65F1-4B79-87B5-B007F853A801}" type="pres">
      <dgm:prSet presAssocID="{F9EE8FBC-88E1-40FE-B29B-0BCA90681E47}" presName="connectorText" presStyleLbl="sibTrans1D1" presStyleIdx="0" presStyleCnt="6"/>
      <dgm:spPr/>
    </dgm:pt>
    <dgm:pt modelId="{DAC29779-4A77-478D-9C9E-B7EEAC3A441D}" type="pres">
      <dgm:prSet presAssocID="{D39BF71C-D72F-4FD8-8577-78A5FC6A61AF}" presName="node" presStyleLbl="node1" presStyleIdx="1" presStyleCnt="7">
        <dgm:presLayoutVars>
          <dgm:bulletEnabled val="1"/>
        </dgm:presLayoutVars>
      </dgm:prSet>
      <dgm:spPr/>
    </dgm:pt>
    <dgm:pt modelId="{E6EFA3C4-C2EA-4EB3-8C7A-B14263BB6EF0}" type="pres">
      <dgm:prSet presAssocID="{D0D112B4-5E2F-4A5E-8079-96DCEC18D41D}" presName="sibTrans" presStyleLbl="sibTrans1D1" presStyleIdx="1" presStyleCnt="6"/>
      <dgm:spPr/>
    </dgm:pt>
    <dgm:pt modelId="{3C8E76AF-8D35-4691-8AD2-FA12E3490FCF}" type="pres">
      <dgm:prSet presAssocID="{D0D112B4-5E2F-4A5E-8079-96DCEC18D41D}" presName="connectorText" presStyleLbl="sibTrans1D1" presStyleIdx="1" presStyleCnt="6"/>
      <dgm:spPr/>
    </dgm:pt>
    <dgm:pt modelId="{F7079CF7-9C3E-4BF9-9BC0-7C892BE6E9FA}" type="pres">
      <dgm:prSet presAssocID="{4F84175C-72B6-4ADF-9311-E9F2F68186A0}" presName="node" presStyleLbl="node1" presStyleIdx="2" presStyleCnt="7">
        <dgm:presLayoutVars>
          <dgm:bulletEnabled val="1"/>
        </dgm:presLayoutVars>
      </dgm:prSet>
      <dgm:spPr/>
    </dgm:pt>
    <dgm:pt modelId="{195B6AB7-E6EC-46A6-939A-E4560C59E007}" type="pres">
      <dgm:prSet presAssocID="{1AFFA0E9-E65B-40F3-B3C6-E852499E7A3B}" presName="sibTrans" presStyleLbl="sibTrans1D1" presStyleIdx="2" presStyleCnt="6"/>
      <dgm:spPr/>
    </dgm:pt>
    <dgm:pt modelId="{E76CE584-5CB3-4856-8756-FFCBCF0C7644}" type="pres">
      <dgm:prSet presAssocID="{1AFFA0E9-E65B-40F3-B3C6-E852499E7A3B}" presName="connectorText" presStyleLbl="sibTrans1D1" presStyleIdx="2" presStyleCnt="6"/>
      <dgm:spPr/>
    </dgm:pt>
    <dgm:pt modelId="{9AA0856E-CFED-4401-8A38-3E3435C0EFF1}" type="pres">
      <dgm:prSet presAssocID="{C97D33C4-CC35-4D90-B5A4-629C6888EF93}" presName="node" presStyleLbl="node1" presStyleIdx="3" presStyleCnt="7">
        <dgm:presLayoutVars>
          <dgm:bulletEnabled val="1"/>
        </dgm:presLayoutVars>
      </dgm:prSet>
      <dgm:spPr/>
    </dgm:pt>
    <dgm:pt modelId="{C46814A6-20E6-44A5-9F6E-9EE49DD2476D}" type="pres">
      <dgm:prSet presAssocID="{59DFC5F2-7B33-4793-94F8-F3D2BCE64220}" presName="sibTrans" presStyleLbl="sibTrans1D1" presStyleIdx="3" presStyleCnt="6"/>
      <dgm:spPr/>
    </dgm:pt>
    <dgm:pt modelId="{C0F83DBE-4BE8-4D28-A7E1-398D034432C5}" type="pres">
      <dgm:prSet presAssocID="{59DFC5F2-7B33-4793-94F8-F3D2BCE64220}" presName="connectorText" presStyleLbl="sibTrans1D1" presStyleIdx="3" presStyleCnt="6"/>
      <dgm:spPr/>
    </dgm:pt>
    <dgm:pt modelId="{02358F22-091C-48D6-8E0B-6F067CA5EF9A}" type="pres">
      <dgm:prSet presAssocID="{9EC0C3EC-1C7E-41CF-BF73-6F589049A920}" presName="node" presStyleLbl="node1" presStyleIdx="4" presStyleCnt="7">
        <dgm:presLayoutVars>
          <dgm:bulletEnabled val="1"/>
        </dgm:presLayoutVars>
      </dgm:prSet>
      <dgm:spPr/>
    </dgm:pt>
    <dgm:pt modelId="{CAE62FDC-96E9-45A6-BBA7-446BC9ED4E9B}" type="pres">
      <dgm:prSet presAssocID="{4E54A45A-F5D3-4DDB-A7ED-2B1C6DC4E1D6}" presName="sibTrans" presStyleLbl="sibTrans1D1" presStyleIdx="4" presStyleCnt="6"/>
      <dgm:spPr/>
    </dgm:pt>
    <dgm:pt modelId="{87A2ABFD-BF92-4930-906D-1AB99AECF12A}" type="pres">
      <dgm:prSet presAssocID="{4E54A45A-F5D3-4DDB-A7ED-2B1C6DC4E1D6}" presName="connectorText" presStyleLbl="sibTrans1D1" presStyleIdx="4" presStyleCnt="6"/>
      <dgm:spPr/>
    </dgm:pt>
    <dgm:pt modelId="{4CEE5A8B-8FC2-4DC0-9F9D-07D225CEC363}" type="pres">
      <dgm:prSet presAssocID="{86E75F35-1EC4-4E2E-B8B9-EE0C9FB07F63}" presName="node" presStyleLbl="node1" presStyleIdx="5" presStyleCnt="7">
        <dgm:presLayoutVars>
          <dgm:bulletEnabled val="1"/>
        </dgm:presLayoutVars>
      </dgm:prSet>
      <dgm:spPr/>
    </dgm:pt>
    <dgm:pt modelId="{FA0BF621-1EC8-4C69-B5C8-EB1AEE550793}" type="pres">
      <dgm:prSet presAssocID="{A1DD04B9-50F9-4040-A4E8-5DE5F146C8A7}" presName="sibTrans" presStyleLbl="sibTrans1D1" presStyleIdx="5" presStyleCnt="6"/>
      <dgm:spPr/>
    </dgm:pt>
    <dgm:pt modelId="{AD7CD041-265C-4B65-9992-7DD8FCBB8CF4}" type="pres">
      <dgm:prSet presAssocID="{A1DD04B9-50F9-4040-A4E8-5DE5F146C8A7}" presName="connectorText" presStyleLbl="sibTrans1D1" presStyleIdx="5" presStyleCnt="6"/>
      <dgm:spPr/>
    </dgm:pt>
    <dgm:pt modelId="{9E94A039-489A-45AA-B6A1-6F677D1BE45E}" type="pres">
      <dgm:prSet presAssocID="{5FAEB371-A9B0-4B6A-B320-FF07D3CDCEC7}" presName="node" presStyleLbl="node1" presStyleIdx="6" presStyleCnt="7">
        <dgm:presLayoutVars>
          <dgm:bulletEnabled val="1"/>
        </dgm:presLayoutVars>
      </dgm:prSet>
      <dgm:spPr/>
    </dgm:pt>
  </dgm:ptLst>
  <dgm:cxnLst>
    <dgm:cxn modelId="{29528104-8AC6-450F-A656-70E1EF0FD87A}" type="presOf" srcId="{9EC0C3EC-1C7E-41CF-BF73-6F589049A920}" destId="{02358F22-091C-48D6-8E0B-6F067CA5EF9A}" srcOrd="0" destOrd="0" presId="urn:microsoft.com/office/officeart/2016/7/layout/RepeatingBendingProcessNew"/>
    <dgm:cxn modelId="{7EA1520C-1F4C-4201-AF62-8E82A9F32991}" type="presOf" srcId="{4E54A45A-F5D3-4DDB-A7ED-2B1C6DC4E1D6}" destId="{87A2ABFD-BF92-4930-906D-1AB99AECF12A}" srcOrd="1" destOrd="0" presId="urn:microsoft.com/office/officeart/2016/7/layout/RepeatingBendingProcessNew"/>
    <dgm:cxn modelId="{312DC513-7079-4EFC-B0DF-5ACED630E4AD}" type="presOf" srcId="{FE97272F-5355-40A8-97D6-E808CDACECF3}" destId="{465EBD4F-7E2D-42C9-90B3-8AA4866A502C}" srcOrd="0" destOrd="0" presId="urn:microsoft.com/office/officeart/2016/7/layout/RepeatingBendingProcessNew"/>
    <dgm:cxn modelId="{2F281316-AEB5-407C-A9BE-2EE81024B944}" type="presOf" srcId="{D0D112B4-5E2F-4A5E-8079-96DCEC18D41D}" destId="{3C8E76AF-8D35-4691-8AD2-FA12E3490FCF}" srcOrd="1" destOrd="0" presId="urn:microsoft.com/office/officeart/2016/7/layout/RepeatingBendingProcessNew"/>
    <dgm:cxn modelId="{B3685822-8CD2-4068-930B-70349DC69F26}" type="presOf" srcId="{5FAEB371-A9B0-4B6A-B320-FF07D3CDCEC7}" destId="{9E94A039-489A-45AA-B6A1-6F677D1BE45E}" srcOrd="0" destOrd="0" presId="urn:microsoft.com/office/officeart/2016/7/layout/RepeatingBendingProcessNew"/>
    <dgm:cxn modelId="{F705A325-D79F-4D5F-820F-CE4CDEBF8EFA}" srcId="{FE97272F-5355-40A8-97D6-E808CDACECF3}" destId="{9EC0C3EC-1C7E-41CF-BF73-6F589049A920}" srcOrd="4" destOrd="0" parTransId="{66E075CC-2E62-41AB-B77D-F1B59A6C373E}" sibTransId="{4E54A45A-F5D3-4DDB-A7ED-2B1C6DC4E1D6}"/>
    <dgm:cxn modelId="{7DEDEA25-AA00-4E35-86E2-D14022634E6F}" srcId="{FE97272F-5355-40A8-97D6-E808CDACECF3}" destId="{4F84175C-72B6-4ADF-9311-E9F2F68186A0}" srcOrd="2" destOrd="0" parTransId="{FF74B79A-CCC2-41A9-96A4-0E60D2822A3B}" sibTransId="{1AFFA0E9-E65B-40F3-B3C6-E852499E7A3B}"/>
    <dgm:cxn modelId="{FAAE2328-4559-4145-8582-188E3722F83F}" srcId="{FE97272F-5355-40A8-97D6-E808CDACECF3}" destId="{D39BF71C-D72F-4FD8-8577-78A5FC6A61AF}" srcOrd="1" destOrd="0" parTransId="{36B3546B-39AB-43D3-8352-7368B95A8297}" sibTransId="{D0D112B4-5E2F-4A5E-8079-96DCEC18D41D}"/>
    <dgm:cxn modelId="{0E7B5748-1276-4194-B09A-6236FA628612}" type="presOf" srcId="{59DFC5F2-7B33-4793-94F8-F3D2BCE64220}" destId="{C46814A6-20E6-44A5-9F6E-9EE49DD2476D}" srcOrd="0" destOrd="0" presId="urn:microsoft.com/office/officeart/2016/7/layout/RepeatingBendingProcessNew"/>
    <dgm:cxn modelId="{6B95C549-B517-49E5-ACA6-1B2962936A79}" type="presOf" srcId="{F9EE8FBC-88E1-40FE-B29B-0BCA90681E47}" destId="{538542A8-65F1-4B79-87B5-B007F853A801}" srcOrd="1" destOrd="0" presId="urn:microsoft.com/office/officeart/2016/7/layout/RepeatingBendingProcessNew"/>
    <dgm:cxn modelId="{8B19D54A-777F-4C92-8749-7F0D82A2C6A2}" type="presOf" srcId="{D0D112B4-5E2F-4A5E-8079-96DCEC18D41D}" destId="{E6EFA3C4-C2EA-4EB3-8C7A-B14263BB6EF0}" srcOrd="0" destOrd="0" presId="urn:microsoft.com/office/officeart/2016/7/layout/RepeatingBendingProcessNew"/>
    <dgm:cxn modelId="{039BB94C-82CA-4862-93DA-DDFB5E428106}" type="presOf" srcId="{1AFFA0E9-E65B-40F3-B3C6-E852499E7A3B}" destId="{195B6AB7-E6EC-46A6-939A-E4560C59E007}" srcOrd="0" destOrd="0" presId="urn:microsoft.com/office/officeart/2016/7/layout/RepeatingBendingProcessNew"/>
    <dgm:cxn modelId="{6C0CC44C-5A27-4ED9-BC5E-9440C1FA14F3}" type="presOf" srcId="{1AFFA0E9-E65B-40F3-B3C6-E852499E7A3B}" destId="{E76CE584-5CB3-4856-8756-FFCBCF0C7644}" srcOrd="1" destOrd="0" presId="urn:microsoft.com/office/officeart/2016/7/layout/RepeatingBendingProcessNew"/>
    <dgm:cxn modelId="{82244C74-7D69-49B6-AB13-5310CC4D3EB2}" type="presOf" srcId="{A1DD04B9-50F9-4040-A4E8-5DE5F146C8A7}" destId="{FA0BF621-1EC8-4C69-B5C8-EB1AEE550793}" srcOrd="0" destOrd="0" presId="urn:microsoft.com/office/officeart/2016/7/layout/RepeatingBendingProcessNew"/>
    <dgm:cxn modelId="{6B529C76-8FE9-48E8-9EB2-AC116C506054}" type="presOf" srcId="{46439A59-957E-458A-B881-B9D795C70E7B}" destId="{810004C9-0434-45F6-94F6-858B2ED26A8A}" srcOrd="0" destOrd="0" presId="urn:microsoft.com/office/officeart/2016/7/layout/RepeatingBendingProcessNew"/>
    <dgm:cxn modelId="{C2DBA877-1136-4E3B-B46B-56FBBB99B0D7}" type="presOf" srcId="{D39BF71C-D72F-4FD8-8577-78A5FC6A61AF}" destId="{DAC29779-4A77-478D-9C9E-B7EEAC3A441D}" srcOrd="0" destOrd="0" presId="urn:microsoft.com/office/officeart/2016/7/layout/RepeatingBendingProcessNew"/>
    <dgm:cxn modelId="{0F8BF477-AC0E-4DC1-9BE1-A57C016E55F8}" type="presOf" srcId="{C97D33C4-CC35-4D90-B5A4-629C6888EF93}" destId="{9AA0856E-CFED-4401-8A38-3E3435C0EFF1}" srcOrd="0" destOrd="0" presId="urn:microsoft.com/office/officeart/2016/7/layout/RepeatingBendingProcessNew"/>
    <dgm:cxn modelId="{956D6885-CD62-4DE4-B9C6-376951B45C88}" srcId="{FE97272F-5355-40A8-97D6-E808CDACECF3}" destId="{46439A59-957E-458A-B881-B9D795C70E7B}" srcOrd="0" destOrd="0" parTransId="{00C35825-57A6-4031-A097-DC313561983A}" sibTransId="{F9EE8FBC-88E1-40FE-B29B-0BCA90681E47}"/>
    <dgm:cxn modelId="{1690718D-13FF-4C6F-B373-AF3A9715E4C7}" type="presOf" srcId="{4E54A45A-F5D3-4DDB-A7ED-2B1C6DC4E1D6}" destId="{CAE62FDC-96E9-45A6-BBA7-446BC9ED4E9B}" srcOrd="0" destOrd="0" presId="urn:microsoft.com/office/officeart/2016/7/layout/RepeatingBendingProcessNew"/>
    <dgm:cxn modelId="{2C812B94-D23E-4565-982C-3FA7C9037DCA}" type="presOf" srcId="{4F84175C-72B6-4ADF-9311-E9F2F68186A0}" destId="{F7079CF7-9C3E-4BF9-9BC0-7C892BE6E9FA}" srcOrd="0" destOrd="0" presId="urn:microsoft.com/office/officeart/2016/7/layout/RepeatingBendingProcessNew"/>
    <dgm:cxn modelId="{46D6BEAC-272C-4D5B-B335-42132F90B111}" type="presOf" srcId="{86E75F35-1EC4-4E2E-B8B9-EE0C9FB07F63}" destId="{4CEE5A8B-8FC2-4DC0-9F9D-07D225CEC363}" srcOrd="0" destOrd="0" presId="urn:microsoft.com/office/officeart/2016/7/layout/RepeatingBendingProcessNew"/>
    <dgm:cxn modelId="{2BC695AD-495E-4989-B665-D21D3C6932D0}" type="presOf" srcId="{59DFC5F2-7B33-4793-94F8-F3D2BCE64220}" destId="{C0F83DBE-4BE8-4D28-A7E1-398D034432C5}" srcOrd="1" destOrd="0" presId="urn:microsoft.com/office/officeart/2016/7/layout/RepeatingBendingProcessNew"/>
    <dgm:cxn modelId="{054DBBAF-A12C-40BD-A93D-C2F334DE17FD}" srcId="{FE97272F-5355-40A8-97D6-E808CDACECF3}" destId="{C97D33C4-CC35-4D90-B5A4-629C6888EF93}" srcOrd="3" destOrd="0" parTransId="{C73972F3-FCEC-442A-B2B4-9DBEC7BD55A2}" sibTransId="{59DFC5F2-7B33-4793-94F8-F3D2BCE64220}"/>
    <dgm:cxn modelId="{34EF08E6-6BC6-491D-B5D3-374CF0485CBD}" srcId="{FE97272F-5355-40A8-97D6-E808CDACECF3}" destId="{5FAEB371-A9B0-4B6A-B320-FF07D3CDCEC7}" srcOrd="6" destOrd="0" parTransId="{A5126547-DCE4-492F-9E4D-F3B6DE94A499}" sibTransId="{20A4E46C-3C0E-4635-B053-30F9C9230AC9}"/>
    <dgm:cxn modelId="{4EA8D0E7-7E25-4226-B0AF-D07A7DC57A21}" type="presOf" srcId="{F9EE8FBC-88E1-40FE-B29B-0BCA90681E47}" destId="{CCCFD3FF-FC97-46CF-981E-EEA7531258C3}" srcOrd="0" destOrd="0" presId="urn:microsoft.com/office/officeart/2016/7/layout/RepeatingBendingProcessNew"/>
    <dgm:cxn modelId="{E00625EB-6357-4D3A-8640-2CF0A5216F76}" type="presOf" srcId="{A1DD04B9-50F9-4040-A4E8-5DE5F146C8A7}" destId="{AD7CD041-265C-4B65-9992-7DD8FCBB8CF4}" srcOrd="1" destOrd="0" presId="urn:microsoft.com/office/officeart/2016/7/layout/RepeatingBendingProcessNew"/>
    <dgm:cxn modelId="{82E667F7-BDC5-4460-9579-1F8AA1439984}" srcId="{FE97272F-5355-40A8-97D6-E808CDACECF3}" destId="{86E75F35-1EC4-4E2E-B8B9-EE0C9FB07F63}" srcOrd="5" destOrd="0" parTransId="{4FC89C15-C14B-4B42-9FEC-9F6A39EDE420}" sibTransId="{A1DD04B9-50F9-4040-A4E8-5DE5F146C8A7}"/>
    <dgm:cxn modelId="{3D6059A2-3CFE-4F62-8D71-4B6DA7A43F4B}" type="presParOf" srcId="{465EBD4F-7E2D-42C9-90B3-8AA4866A502C}" destId="{810004C9-0434-45F6-94F6-858B2ED26A8A}" srcOrd="0" destOrd="0" presId="urn:microsoft.com/office/officeart/2016/7/layout/RepeatingBendingProcessNew"/>
    <dgm:cxn modelId="{6992E262-B832-48BA-AABF-48689FC5823B}" type="presParOf" srcId="{465EBD4F-7E2D-42C9-90B3-8AA4866A502C}" destId="{CCCFD3FF-FC97-46CF-981E-EEA7531258C3}" srcOrd="1" destOrd="0" presId="urn:microsoft.com/office/officeart/2016/7/layout/RepeatingBendingProcessNew"/>
    <dgm:cxn modelId="{A9B851C1-B8A3-4BD4-964A-4BDB66353A55}" type="presParOf" srcId="{CCCFD3FF-FC97-46CF-981E-EEA7531258C3}" destId="{538542A8-65F1-4B79-87B5-B007F853A801}" srcOrd="0" destOrd="0" presId="urn:microsoft.com/office/officeart/2016/7/layout/RepeatingBendingProcessNew"/>
    <dgm:cxn modelId="{7B546155-0297-4A09-A00C-73133658DDFD}" type="presParOf" srcId="{465EBD4F-7E2D-42C9-90B3-8AA4866A502C}" destId="{DAC29779-4A77-478D-9C9E-B7EEAC3A441D}" srcOrd="2" destOrd="0" presId="urn:microsoft.com/office/officeart/2016/7/layout/RepeatingBendingProcessNew"/>
    <dgm:cxn modelId="{DBDF3481-C5D3-4C16-9167-4ED2590AEF61}" type="presParOf" srcId="{465EBD4F-7E2D-42C9-90B3-8AA4866A502C}" destId="{E6EFA3C4-C2EA-4EB3-8C7A-B14263BB6EF0}" srcOrd="3" destOrd="0" presId="urn:microsoft.com/office/officeart/2016/7/layout/RepeatingBendingProcessNew"/>
    <dgm:cxn modelId="{8FBDB86F-CD29-4D9E-8756-32CEFB17B075}" type="presParOf" srcId="{E6EFA3C4-C2EA-4EB3-8C7A-B14263BB6EF0}" destId="{3C8E76AF-8D35-4691-8AD2-FA12E3490FCF}" srcOrd="0" destOrd="0" presId="urn:microsoft.com/office/officeart/2016/7/layout/RepeatingBendingProcessNew"/>
    <dgm:cxn modelId="{69A34BD5-150A-4DDD-84F3-E42EAD6ED863}" type="presParOf" srcId="{465EBD4F-7E2D-42C9-90B3-8AA4866A502C}" destId="{F7079CF7-9C3E-4BF9-9BC0-7C892BE6E9FA}" srcOrd="4" destOrd="0" presId="urn:microsoft.com/office/officeart/2016/7/layout/RepeatingBendingProcessNew"/>
    <dgm:cxn modelId="{7314012A-85B2-42C6-9532-1FBC7BB9229C}" type="presParOf" srcId="{465EBD4F-7E2D-42C9-90B3-8AA4866A502C}" destId="{195B6AB7-E6EC-46A6-939A-E4560C59E007}" srcOrd="5" destOrd="0" presId="urn:microsoft.com/office/officeart/2016/7/layout/RepeatingBendingProcessNew"/>
    <dgm:cxn modelId="{7E9616C5-68D0-4909-A845-1B93A146A839}" type="presParOf" srcId="{195B6AB7-E6EC-46A6-939A-E4560C59E007}" destId="{E76CE584-5CB3-4856-8756-FFCBCF0C7644}" srcOrd="0" destOrd="0" presId="urn:microsoft.com/office/officeart/2016/7/layout/RepeatingBendingProcessNew"/>
    <dgm:cxn modelId="{7FA9E86D-24FC-44C5-A0AB-C391A9B5F08F}" type="presParOf" srcId="{465EBD4F-7E2D-42C9-90B3-8AA4866A502C}" destId="{9AA0856E-CFED-4401-8A38-3E3435C0EFF1}" srcOrd="6" destOrd="0" presId="urn:microsoft.com/office/officeart/2016/7/layout/RepeatingBendingProcessNew"/>
    <dgm:cxn modelId="{769F362B-CC15-4714-BB6A-65164C3130FA}" type="presParOf" srcId="{465EBD4F-7E2D-42C9-90B3-8AA4866A502C}" destId="{C46814A6-20E6-44A5-9F6E-9EE49DD2476D}" srcOrd="7" destOrd="0" presId="urn:microsoft.com/office/officeart/2016/7/layout/RepeatingBendingProcessNew"/>
    <dgm:cxn modelId="{3E21ECA8-6DF8-4322-95D8-43E29F38FABF}" type="presParOf" srcId="{C46814A6-20E6-44A5-9F6E-9EE49DD2476D}" destId="{C0F83DBE-4BE8-4D28-A7E1-398D034432C5}" srcOrd="0" destOrd="0" presId="urn:microsoft.com/office/officeart/2016/7/layout/RepeatingBendingProcessNew"/>
    <dgm:cxn modelId="{44A9F3AD-738D-4B6A-AAE5-39603D272230}" type="presParOf" srcId="{465EBD4F-7E2D-42C9-90B3-8AA4866A502C}" destId="{02358F22-091C-48D6-8E0B-6F067CA5EF9A}" srcOrd="8" destOrd="0" presId="urn:microsoft.com/office/officeart/2016/7/layout/RepeatingBendingProcessNew"/>
    <dgm:cxn modelId="{62D932FF-CACC-43B2-84D4-93A7C35940FE}" type="presParOf" srcId="{465EBD4F-7E2D-42C9-90B3-8AA4866A502C}" destId="{CAE62FDC-96E9-45A6-BBA7-446BC9ED4E9B}" srcOrd="9" destOrd="0" presId="urn:microsoft.com/office/officeart/2016/7/layout/RepeatingBendingProcessNew"/>
    <dgm:cxn modelId="{8CD947C3-579D-4683-80DC-7590434C36EB}" type="presParOf" srcId="{CAE62FDC-96E9-45A6-BBA7-446BC9ED4E9B}" destId="{87A2ABFD-BF92-4930-906D-1AB99AECF12A}" srcOrd="0" destOrd="0" presId="urn:microsoft.com/office/officeart/2016/7/layout/RepeatingBendingProcessNew"/>
    <dgm:cxn modelId="{41D23F32-3E1A-472D-AC3A-772EFB56336C}" type="presParOf" srcId="{465EBD4F-7E2D-42C9-90B3-8AA4866A502C}" destId="{4CEE5A8B-8FC2-4DC0-9F9D-07D225CEC363}" srcOrd="10" destOrd="0" presId="urn:microsoft.com/office/officeart/2016/7/layout/RepeatingBendingProcessNew"/>
    <dgm:cxn modelId="{B5C8DFEC-A605-4AF6-9C4B-A71FD8C897E8}" type="presParOf" srcId="{465EBD4F-7E2D-42C9-90B3-8AA4866A502C}" destId="{FA0BF621-1EC8-4C69-B5C8-EB1AEE550793}" srcOrd="11" destOrd="0" presId="urn:microsoft.com/office/officeart/2016/7/layout/RepeatingBendingProcessNew"/>
    <dgm:cxn modelId="{7C0A79AC-4C61-4E5F-AE3B-490109745938}" type="presParOf" srcId="{FA0BF621-1EC8-4C69-B5C8-EB1AEE550793}" destId="{AD7CD041-265C-4B65-9992-7DD8FCBB8CF4}" srcOrd="0" destOrd="0" presId="urn:microsoft.com/office/officeart/2016/7/layout/RepeatingBendingProcessNew"/>
    <dgm:cxn modelId="{7CAE9549-D7C3-4D89-88B3-40C410D10410}" type="presParOf" srcId="{465EBD4F-7E2D-42C9-90B3-8AA4866A502C}" destId="{9E94A039-489A-45AA-B6A1-6F677D1BE45E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810777-A885-4E87-A86E-F5CC7B4827F2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42FBF5-B67F-460C-863A-A828F9048EAD}">
      <dgm:prSet/>
      <dgm:spPr/>
      <dgm:t>
        <a:bodyPr/>
        <a:lstStyle/>
        <a:p>
          <a:r>
            <a:rPr lang="en-US"/>
            <a:t>Do your research.</a:t>
          </a:r>
        </a:p>
      </dgm:t>
    </dgm:pt>
    <dgm:pt modelId="{88BEE2B1-4A4D-497E-8A2D-8B3A8D7E9737}" type="parTrans" cxnId="{75E30499-D5D2-45AA-96BB-08BF4FD2342B}">
      <dgm:prSet/>
      <dgm:spPr/>
      <dgm:t>
        <a:bodyPr/>
        <a:lstStyle/>
        <a:p>
          <a:endParaRPr lang="en-US"/>
        </a:p>
      </dgm:t>
    </dgm:pt>
    <dgm:pt modelId="{B964D1B0-49F8-470F-926F-04A5A6B786E0}" type="sibTrans" cxnId="{75E30499-D5D2-45AA-96BB-08BF4FD2342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0F21253-68F9-4B9E-8B51-45AE7C1E0BEA}">
      <dgm:prSet/>
      <dgm:spPr/>
      <dgm:t>
        <a:bodyPr/>
        <a:lstStyle/>
        <a:p>
          <a:r>
            <a:rPr lang="en-US"/>
            <a:t>Know yourself and your company.</a:t>
          </a:r>
        </a:p>
      </dgm:t>
    </dgm:pt>
    <dgm:pt modelId="{250E1F0F-AD37-410C-8A04-30B471E5E579}" type="parTrans" cxnId="{45A953A9-6D70-4B50-A7D8-536754EA2E72}">
      <dgm:prSet/>
      <dgm:spPr/>
      <dgm:t>
        <a:bodyPr/>
        <a:lstStyle/>
        <a:p>
          <a:endParaRPr lang="en-US"/>
        </a:p>
      </dgm:t>
    </dgm:pt>
    <dgm:pt modelId="{015F4FBB-95FC-4692-A28F-1BD5FCBF2723}" type="sibTrans" cxnId="{45A953A9-6D70-4B50-A7D8-536754EA2E7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D49F14C-F9E4-468C-B637-5C5E76BC761A}">
      <dgm:prSet/>
      <dgm:spPr/>
      <dgm:t>
        <a:bodyPr/>
        <a:lstStyle/>
        <a:p>
          <a:r>
            <a:rPr lang="en-US"/>
            <a:t>Be aware of the stereotype.</a:t>
          </a:r>
        </a:p>
      </dgm:t>
    </dgm:pt>
    <dgm:pt modelId="{C57F51F9-119E-44BE-A761-DC21D34D8589}" type="parTrans" cxnId="{5F4F22C6-BB6D-4DEE-B0D7-0297686C03D1}">
      <dgm:prSet/>
      <dgm:spPr/>
      <dgm:t>
        <a:bodyPr/>
        <a:lstStyle/>
        <a:p>
          <a:endParaRPr lang="en-US"/>
        </a:p>
      </dgm:t>
    </dgm:pt>
    <dgm:pt modelId="{31D21F83-CEB7-439F-A86A-4710E3DBE39C}" type="sibTrans" cxnId="{5F4F22C6-BB6D-4DEE-B0D7-0297686C03D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2DDA184-D021-403A-BB8C-93DBE01229CA}">
      <dgm:prSet/>
      <dgm:spPr/>
      <dgm:t>
        <a:bodyPr/>
        <a:lstStyle/>
        <a:p>
          <a:r>
            <a:rPr lang="en-US"/>
            <a:t>Adapt English to your audience (talk simply, clearly and slowly, avoid double barreled and negative questions, ask open ended questions)</a:t>
          </a:r>
        </a:p>
      </dgm:t>
    </dgm:pt>
    <dgm:pt modelId="{84A86BBC-8C5E-42FC-A26D-283016939625}" type="parTrans" cxnId="{5E7E4D64-4263-493D-9A54-528E8DE0B19F}">
      <dgm:prSet/>
      <dgm:spPr/>
      <dgm:t>
        <a:bodyPr/>
        <a:lstStyle/>
        <a:p>
          <a:endParaRPr lang="en-US"/>
        </a:p>
      </dgm:t>
    </dgm:pt>
    <dgm:pt modelId="{EFC5943A-B42F-4249-A961-4186CF134103}" type="sibTrans" cxnId="{5E7E4D64-4263-493D-9A54-528E8DE0B19F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E8F958A-B391-469B-AE3F-D992BF745E6E}">
      <dgm:prSet/>
      <dgm:spPr/>
      <dgm:t>
        <a:bodyPr/>
        <a:lstStyle/>
        <a:p>
          <a:r>
            <a:rPr lang="en-US"/>
            <a:t>Be open to Change. </a:t>
          </a:r>
        </a:p>
      </dgm:t>
    </dgm:pt>
    <dgm:pt modelId="{669D9D44-8F7B-4190-9A2F-0AC00CED703D}" type="parTrans" cxnId="{F018BFB8-024E-43F4-8141-0D50CD5A185E}">
      <dgm:prSet/>
      <dgm:spPr/>
      <dgm:t>
        <a:bodyPr/>
        <a:lstStyle/>
        <a:p>
          <a:endParaRPr lang="en-US"/>
        </a:p>
      </dgm:t>
    </dgm:pt>
    <dgm:pt modelId="{DB1FA7E9-771A-4DF5-AFD9-F655B0643D13}" type="sibTrans" cxnId="{F018BFB8-024E-43F4-8141-0D50CD5A185E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1CE92674-596D-4D27-9C60-C927AD6E6E9D}" type="pres">
      <dgm:prSet presAssocID="{F4810777-A885-4E87-A86E-F5CC7B4827F2}" presName="Name0" presStyleCnt="0">
        <dgm:presLayoutVars>
          <dgm:animLvl val="lvl"/>
          <dgm:resizeHandles val="exact"/>
        </dgm:presLayoutVars>
      </dgm:prSet>
      <dgm:spPr/>
    </dgm:pt>
    <dgm:pt modelId="{F76F3CC5-C347-4CC7-B120-38C4A9729318}" type="pres">
      <dgm:prSet presAssocID="{7542FBF5-B67F-460C-863A-A828F9048EAD}" presName="compositeNode" presStyleCnt="0">
        <dgm:presLayoutVars>
          <dgm:bulletEnabled val="1"/>
        </dgm:presLayoutVars>
      </dgm:prSet>
      <dgm:spPr/>
    </dgm:pt>
    <dgm:pt modelId="{5B3DEEE1-C5F6-43BD-B16B-B7039D82EC4C}" type="pres">
      <dgm:prSet presAssocID="{7542FBF5-B67F-460C-863A-A828F9048EAD}" presName="bgRect" presStyleLbl="bgAccFollowNode1" presStyleIdx="0" presStyleCnt="5"/>
      <dgm:spPr/>
    </dgm:pt>
    <dgm:pt modelId="{F272581A-891C-44D9-85C5-3519FFF58474}" type="pres">
      <dgm:prSet presAssocID="{B964D1B0-49F8-470F-926F-04A5A6B786E0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588FFDCF-94B4-4D60-A1B6-60E59816FBE6}" type="pres">
      <dgm:prSet presAssocID="{7542FBF5-B67F-460C-863A-A828F9048EAD}" presName="bottomLine" presStyleLbl="alignNode1" presStyleIdx="1" presStyleCnt="10">
        <dgm:presLayoutVars/>
      </dgm:prSet>
      <dgm:spPr/>
    </dgm:pt>
    <dgm:pt modelId="{D800EAE9-9330-44DC-8B30-D63C491C5D7A}" type="pres">
      <dgm:prSet presAssocID="{7542FBF5-B67F-460C-863A-A828F9048EAD}" presName="nodeText" presStyleLbl="bgAccFollowNode1" presStyleIdx="0" presStyleCnt="5">
        <dgm:presLayoutVars>
          <dgm:bulletEnabled val="1"/>
        </dgm:presLayoutVars>
      </dgm:prSet>
      <dgm:spPr/>
    </dgm:pt>
    <dgm:pt modelId="{058366C6-C6B3-4D76-98D7-85741569B947}" type="pres">
      <dgm:prSet presAssocID="{B964D1B0-49F8-470F-926F-04A5A6B786E0}" presName="sibTrans" presStyleCnt="0"/>
      <dgm:spPr/>
    </dgm:pt>
    <dgm:pt modelId="{FCC0A6EE-AD50-4A2D-AF01-86F4302FCDE6}" type="pres">
      <dgm:prSet presAssocID="{B0F21253-68F9-4B9E-8B51-45AE7C1E0BEA}" presName="compositeNode" presStyleCnt="0">
        <dgm:presLayoutVars>
          <dgm:bulletEnabled val="1"/>
        </dgm:presLayoutVars>
      </dgm:prSet>
      <dgm:spPr/>
    </dgm:pt>
    <dgm:pt modelId="{12F1C658-F4CC-42E1-BCA5-160EA88BD8CE}" type="pres">
      <dgm:prSet presAssocID="{B0F21253-68F9-4B9E-8B51-45AE7C1E0BEA}" presName="bgRect" presStyleLbl="bgAccFollowNode1" presStyleIdx="1" presStyleCnt="5"/>
      <dgm:spPr/>
    </dgm:pt>
    <dgm:pt modelId="{50D6F638-FA65-4A67-AD2A-358F2DB7C355}" type="pres">
      <dgm:prSet presAssocID="{015F4FBB-95FC-4692-A28F-1BD5FCBF2723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49B13500-E660-43F9-B6B3-1A1AFC3D292B}" type="pres">
      <dgm:prSet presAssocID="{B0F21253-68F9-4B9E-8B51-45AE7C1E0BEA}" presName="bottomLine" presStyleLbl="alignNode1" presStyleIdx="3" presStyleCnt="10">
        <dgm:presLayoutVars/>
      </dgm:prSet>
      <dgm:spPr/>
    </dgm:pt>
    <dgm:pt modelId="{810E3C5E-491E-4A7A-AC1F-0FBA2A09BACB}" type="pres">
      <dgm:prSet presAssocID="{B0F21253-68F9-4B9E-8B51-45AE7C1E0BEA}" presName="nodeText" presStyleLbl="bgAccFollowNode1" presStyleIdx="1" presStyleCnt="5">
        <dgm:presLayoutVars>
          <dgm:bulletEnabled val="1"/>
        </dgm:presLayoutVars>
      </dgm:prSet>
      <dgm:spPr/>
    </dgm:pt>
    <dgm:pt modelId="{A6B3C593-7AD7-47A0-8C4A-043A98CA0253}" type="pres">
      <dgm:prSet presAssocID="{015F4FBB-95FC-4692-A28F-1BD5FCBF2723}" presName="sibTrans" presStyleCnt="0"/>
      <dgm:spPr/>
    </dgm:pt>
    <dgm:pt modelId="{9C26BB25-2E7B-4571-839C-B08C71CDC8F4}" type="pres">
      <dgm:prSet presAssocID="{BD49F14C-F9E4-468C-B637-5C5E76BC761A}" presName="compositeNode" presStyleCnt="0">
        <dgm:presLayoutVars>
          <dgm:bulletEnabled val="1"/>
        </dgm:presLayoutVars>
      </dgm:prSet>
      <dgm:spPr/>
    </dgm:pt>
    <dgm:pt modelId="{01821896-5262-4156-A272-F44AC6327EE3}" type="pres">
      <dgm:prSet presAssocID="{BD49F14C-F9E4-468C-B637-5C5E76BC761A}" presName="bgRect" presStyleLbl="bgAccFollowNode1" presStyleIdx="2" presStyleCnt="5"/>
      <dgm:spPr/>
    </dgm:pt>
    <dgm:pt modelId="{2D87C16C-E208-458B-8B6E-95A5270273A5}" type="pres">
      <dgm:prSet presAssocID="{31D21F83-CEB7-439F-A86A-4710E3DBE39C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4D11B1BA-4E5C-4975-BAC5-0279F537BF6C}" type="pres">
      <dgm:prSet presAssocID="{BD49F14C-F9E4-468C-B637-5C5E76BC761A}" presName="bottomLine" presStyleLbl="alignNode1" presStyleIdx="5" presStyleCnt="10">
        <dgm:presLayoutVars/>
      </dgm:prSet>
      <dgm:spPr/>
    </dgm:pt>
    <dgm:pt modelId="{FC9F1E4C-884B-4ABD-99FB-1806B7561261}" type="pres">
      <dgm:prSet presAssocID="{BD49F14C-F9E4-468C-B637-5C5E76BC761A}" presName="nodeText" presStyleLbl="bgAccFollowNode1" presStyleIdx="2" presStyleCnt="5">
        <dgm:presLayoutVars>
          <dgm:bulletEnabled val="1"/>
        </dgm:presLayoutVars>
      </dgm:prSet>
      <dgm:spPr/>
    </dgm:pt>
    <dgm:pt modelId="{5D2315EF-2F2C-44E4-B662-8C357741EEB4}" type="pres">
      <dgm:prSet presAssocID="{31D21F83-CEB7-439F-A86A-4710E3DBE39C}" presName="sibTrans" presStyleCnt="0"/>
      <dgm:spPr/>
    </dgm:pt>
    <dgm:pt modelId="{806F66A8-8E51-4399-B667-6A05EC6B5C09}" type="pres">
      <dgm:prSet presAssocID="{D2DDA184-D021-403A-BB8C-93DBE01229CA}" presName="compositeNode" presStyleCnt="0">
        <dgm:presLayoutVars>
          <dgm:bulletEnabled val="1"/>
        </dgm:presLayoutVars>
      </dgm:prSet>
      <dgm:spPr/>
    </dgm:pt>
    <dgm:pt modelId="{085B32AE-F568-482D-BF08-F43BC2D1080F}" type="pres">
      <dgm:prSet presAssocID="{D2DDA184-D021-403A-BB8C-93DBE01229CA}" presName="bgRect" presStyleLbl="bgAccFollowNode1" presStyleIdx="3" presStyleCnt="5"/>
      <dgm:spPr/>
    </dgm:pt>
    <dgm:pt modelId="{570009A2-923D-4772-BB2F-BD5797D3FBD8}" type="pres">
      <dgm:prSet presAssocID="{EFC5943A-B42F-4249-A961-4186CF134103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0C63DF0E-1E9B-447B-92AD-77AA7DB87127}" type="pres">
      <dgm:prSet presAssocID="{D2DDA184-D021-403A-BB8C-93DBE01229CA}" presName="bottomLine" presStyleLbl="alignNode1" presStyleIdx="7" presStyleCnt="10">
        <dgm:presLayoutVars/>
      </dgm:prSet>
      <dgm:spPr/>
    </dgm:pt>
    <dgm:pt modelId="{7D4FBBBC-9B67-44A5-9D11-5A2D8EC40B38}" type="pres">
      <dgm:prSet presAssocID="{D2DDA184-D021-403A-BB8C-93DBE01229CA}" presName="nodeText" presStyleLbl="bgAccFollowNode1" presStyleIdx="3" presStyleCnt="5">
        <dgm:presLayoutVars>
          <dgm:bulletEnabled val="1"/>
        </dgm:presLayoutVars>
      </dgm:prSet>
      <dgm:spPr/>
    </dgm:pt>
    <dgm:pt modelId="{9931C628-E2EE-47B5-A880-048643330C89}" type="pres">
      <dgm:prSet presAssocID="{EFC5943A-B42F-4249-A961-4186CF134103}" presName="sibTrans" presStyleCnt="0"/>
      <dgm:spPr/>
    </dgm:pt>
    <dgm:pt modelId="{E7A7DE76-6ABA-4C6E-BE34-8A7937949015}" type="pres">
      <dgm:prSet presAssocID="{6E8F958A-B391-469B-AE3F-D992BF745E6E}" presName="compositeNode" presStyleCnt="0">
        <dgm:presLayoutVars>
          <dgm:bulletEnabled val="1"/>
        </dgm:presLayoutVars>
      </dgm:prSet>
      <dgm:spPr/>
    </dgm:pt>
    <dgm:pt modelId="{4310BD40-4126-4DA8-83BF-90B3C8A11B60}" type="pres">
      <dgm:prSet presAssocID="{6E8F958A-B391-469B-AE3F-D992BF745E6E}" presName="bgRect" presStyleLbl="bgAccFollowNode1" presStyleIdx="4" presStyleCnt="5"/>
      <dgm:spPr/>
    </dgm:pt>
    <dgm:pt modelId="{7697760D-41F8-42ED-9256-FF9A73A4EB5E}" type="pres">
      <dgm:prSet presAssocID="{DB1FA7E9-771A-4DF5-AFD9-F655B0643D13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146E93CC-86A4-4647-A26A-E60D2CCAE6FE}" type="pres">
      <dgm:prSet presAssocID="{6E8F958A-B391-469B-AE3F-D992BF745E6E}" presName="bottomLine" presStyleLbl="alignNode1" presStyleIdx="9" presStyleCnt="10">
        <dgm:presLayoutVars/>
      </dgm:prSet>
      <dgm:spPr/>
    </dgm:pt>
    <dgm:pt modelId="{E4B1C736-BFD0-4AC4-90D4-1D9E5E980E00}" type="pres">
      <dgm:prSet presAssocID="{6E8F958A-B391-469B-AE3F-D992BF745E6E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B7384F12-9967-42E4-8B88-958D548F0619}" type="presOf" srcId="{F4810777-A885-4E87-A86E-F5CC7B4827F2}" destId="{1CE92674-596D-4D27-9C60-C927AD6E6E9D}" srcOrd="0" destOrd="0" presId="urn:microsoft.com/office/officeart/2016/7/layout/BasicLinearProcessNumbered"/>
    <dgm:cxn modelId="{80E42122-7ED4-484C-8C63-ED3F355A766A}" type="presOf" srcId="{31D21F83-CEB7-439F-A86A-4710E3DBE39C}" destId="{2D87C16C-E208-458B-8B6E-95A5270273A5}" srcOrd="0" destOrd="0" presId="urn:microsoft.com/office/officeart/2016/7/layout/BasicLinearProcessNumbered"/>
    <dgm:cxn modelId="{2D433E25-DD0E-4B64-A03C-95727AFBF895}" type="presOf" srcId="{015F4FBB-95FC-4692-A28F-1BD5FCBF2723}" destId="{50D6F638-FA65-4A67-AD2A-358F2DB7C355}" srcOrd="0" destOrd="0" presId="urn:microsoft.com/office/officeart/2016/7/layout/BasicLinearProcessNumbered"/>
    <dgm:cxn modelId="{77FEF25E-2551-4F8E-B6FF-B25B1262D386}" type="presOf" srcId="{D2DDA184-D021-403A-BB8C-93DBE01229CA}" destId="{7D4FBBBC-9B67-44A5-9D11-5A2D8EC40B38}" srcOrd="1" destOrd="0" presId="urn:microsoft.com/office/officeart/2016/7/layout/BasicLinearProcessNumbered"/>
    <dgm:cxn modelId="{F1B72164-5905-4ADD-B231-88B9B1C1304C}" type="presOf" srcId="{7542FBF5-B67F-460C-863A-A828F9048EAD}" destId="{5B3DEEE1-C5F6-43BD-B16B-B7039D82EC4C}" srcOrd="0" destOrd="0" presId="urn:microsoft.com/office/officeart/2016/7/layout/BasicLinearProcessNumbered"/>
    <dgm:cxn modelId="{5E7E4D64-4263-493D-9A54-528E8DE0B19F}" srcId="{F4810777-A885-4E87-A86E-F5CC7B4827F2}" destId="{D2DDA184-D021-403A-BB8C-93DBE01229CA}" srcOrd="3" destOrd="0" parTransId="{84A86BBC-8C5E-42FC-A26D-283016939625}" sibTransId="{EFC5943A-B42F-4249-A961-4186CF134103}"/>
    <dgm:cxn modelId="{8683244D-B696-4FD5-8E87-90564691EB97}" type="presOf" srcId="{B964D1B0-49F8-470F-926F-04A5A6B786E0}" destId="{F272581A-891C-44D9-85C5-3519FFF58474}" srcOrd="0" destOrd="0" presId="urn:microsoft.com/office/officeart/2016/7/layout/BasicLinearProcessNumbered"/>
    <dgm:cxn modelId="{61F49F59-7126-4D41-8811-B123C5D2B8F6}" type="presOf" srcId="{B0F21253-68F9-4B9E-8B51-45AE7C1E0BEA}" destId="{810E3C5E-491E-4A7A-AC1F-0FBA2A09BACB}" srcOrd="1" destOrd="0" presId="urn:microsoft.com/office/officeart/2016/7/layout/BasicLinearProcessNumbered"/>
    <dgm:cxn modelId="{8681EA81-C70C-4F10-BC1C-87ED6F5C500C}" type="presOf" srcId="{7542FBF5-B67F-460C-863A-A828F9048EAD}" destId="{D800EAE9-9330-44DC-8B30-D63C491C5D7A}" srcOrd="1" destOrd="0" presId="urn:microsoft.com/office/officeart/2016/7/layout/BasicLinearProcessNumbered"/>
    <dgm:cxn modelId="{1553E882-EBD4-4991-AC2D-411E6E568192}" type="presOf" srcId="{6E8F958A-B391-469B-AE3F-D992BF745E6E}" destId="{4310BD40-4126-4DA8-83BF-90B3C8A11B60}" srcOrd="0" destOrd="0" presId="urn:microsoft.com/office/officeart/2016/7/layout/BasicLinearProcessNumbered"/>
    <dgm:cxn modelId="{75E30499-D5D2-45AA-96BB-08BF4FD2342B}" srcId="{F4810777-A885-4E87-A86E-F5CC7B4827F2}" destId="{7542FBF5-B67F-460C-863A-A828F9048EAD}" srcOrd="0" destOrd="0" parTransId="{88BEE2B1-4A4D-497E-8A2D-8B3A8D7E9737}" sibTransId="{B964D1B0-49F8-470F-926F-04A5A6B786E0}"/>
    <dgm:cxn modelId="{7CE375A1-DAC5-4217-BE8D-FFB87641FA91}" type="presOf" srcId="{D2DDA184-D021-403A-BB8C-93DBE01229CA}" destId="{085B32AE-F568-482D-BF08-F43BC2D1080F}" srcOrd="0" destOrd="0" presId="urn:microsoft.com/office/officeart/2016/7/layout/BasicLinearProcessNumbered"/>
    <dgm:cxn modelId="{45A953A9-6D70-4B50-A7D8-536754EA2E72}" srcId="{F4810777-A885-4E87-A86E-F5CC7B4827F2}" destId="{B0F21253-68F9-4B9E-8B51-45AE7C1E0BEA}" srcOrd="1" destOrd="0" parTransId="{250E1F0F-AD37-410C-8A04-30B471E5E579}" sibTransId="{015F4FBB-95FC-4692-A28F-1BD5FCBF2723}"/>
    <dgm:cxn modelId="{AE200EB3-2BEE-4462-8ADB-1EB90CFAD8BF}" type="presOf" srcId="{BD49F14C-F9E4-468C-B637-5C5E76BC761A}" destId="{01821896-5262-4156-A272-F44AC6327EE3}" srcOrd="0" destOrd="0" presId="urn:microsoft.com/office/officeart/2016/7/layout/BasicLinearProcessNumbered"/>
    <dgm:cxn modelId="{F018BFB8-024E-43F4-8141-0D50CD5A185E}" srcId="{F4810777-A885-4E87-A86E-F5CC7B4827F2}" destId="{6E8F958A-B391-469B-AE3F-D992BF745E6E}" srcOrd="4" destOrd="0" parTransId="{669D9D44-8F7B-4190-9A2F-0AC00CED703D}" sibTransId="{DB1FA7E9-771A-4DF5-AFD9-F655B0643D13}"/>
    <dgm:cxn modelId="{C566ADBE-9856-4BC5-B4C6-65B0A65E6A45}" type="presOf" srcId="{EFC5943A-B42F-4249-A961-4186CF134103}" destId="{570009A2-923D-4772-BB2F-BD5797D3FBD8}" srcOrd="0" destOrd="0" presId="urn:microsoft.com/office/officeart/2016/7/layout/BasicLinearProcessNumbered"/>
    <dgm:cxn modelId="{3E5E71C1-C52B-4318-AAE2-9B4FE40F7357}" type="presOf" srcId="{BD49F14C-F9E4-468C-B637-5C5E76BC761A}" destId="{FC9F1E4C-884B-4ABD-99FB-1806B7561261}" srcOrd="1" destOrd="0" presId="urn:microsoft.com/office/officeart/2016/7/layout/BasicLinearProcessNumbered"/>
    <dgm:cxn modelId="{03B6C7C2-319E-4CB8-8D34-E17FE23EB157}" type="presOf" srcId="{DB1FA7E9-771A-4DF5-AFD9-F655B0643D13}" destId="{7697760D-41F8-42ED-9256-FF9A73A4EB5E}" srcOrd="0" destOrd="0" presId="urn:microsoft.com/office/officeart/2016/7/layout/BasicLinearProcessNumbered"/>
    <dgm:cxn modelId="{5F4F22C6-BB6D-4DEE-B0D7-0297686C03D1}" srcId="{F4810777-A885-4E87-A86E-F5CC7B4827F2}" destId="{BD49F14C-F9E4-468C-B637-5C5E76BC761A}" srcOrd="2" destOrd="0" parTransId="{C57F51F9-119E-44BE-A761-DC21D34D8589}" sibTransId="{31D21F83-CEB7-439F-A86A-4710E3DBE39C}"/>
    <dgm:cxn modelId="{204CCCED-00B3-4494-B8BB-7182A0D718CA}" type="presOf" srcId="{6E8F958A-B391-469B-AE3F-D992BF745E6E}" destId="{E4B1C736-BFD0-4AC4-90D4-1D9E5E980E00}" srcOrd="1" destOrd="0" presId="urn:microsoft.com/office/officeart/2016/7/layout/BasicLinearProcessNumbered"/>
    <dgm:cxn modelId="{A18C89F1-C6F8-4F32-A2EF-1B3064A548B2}" type="presOf" srcId="{B0F21253-68F9-4B9E-8B51-45AE7C1E0BEA}" destId="{12F1C658-F4CC-42E1-BCA5-160EA88BD8CE}" srcOrd="0" destOrd="0" presId="urn:microsoft.com/office/officeart/2016/7/layout/BasicLinearProcessNumbered"/>
    <dgm:cxn modelId="{EA7C4EC6-7E57-464F-951A-4DA40106ECCA}" type="presParOf" srcId="{1CE92674-596D-4D27-9C60-C927AD6E6E9D}" destId="{F76F3CC5-C347-4CC7-B120-38C4A9729318}" srcOrd="0" destOrd="0" presId="urn:microsoft.com/office/officeart/2016/7/layout/BasicLinearProcessNumbered"/>
    <dgm:cxn modelId="{C1955775-C5A4-4A95-8862-FE6C48E46068}" type="presParOf" srcId="{F76F3CC5-C347-4CC7-B120-38C4A9729318}" destId="{5B3DEEE1-C5F6-43BD-B16B-B7039D82EC4C}" srcOrd="0" destOrd="0" presId="urn:microsoft.com/office/officeart/2016/7/layout/BasicLinearProcessNumbered"/>
    <dgm:cxn modelId="{DE337B86-33C0-4F79-B90F-AEE22E775933}" type="presParOf" srcId="{F76F3CC5-C347-4CC7-B120-38C4A9729318}" destId="{F272581A-891C-44D9-85C5-3519FFF58474}" srcOrd="1" destOrd="0" presId="urn:microsoft.com/office/officeart/2016/7/layout/BasicLinearProcessNumbered"/>
    <dgm:cxn modelId="{5B1E3859-1669-450D-BE41-26E12DF04093}" type="presParOf" srcId="{F76F3CC5-C347-4CC7-B120-38C4A9729318}" destId="{588FFDCF-94B4-4D60-A1B6-60E59816FBE6}" srcOrd="2" destOrd="0" presId="urn:microsoft.com/office/officeart/2016/7/layout/BasicLinearProcessNumbered"/>
    <dgm:cxn modelId="{4212D87C-04E2-4312-894A-192698C10565}" type="presParOf" srcId="{F76F3CC5-C347-4CC7-B120-38C4A9729318}" destId="{D800EAE9-9330-44DC-8B30-D63C491C5D7A}" srcOrd="3" destOrd="0" presId="urn:microsoft.com/office/officeart/2016/7/layout/BasicLinearProcessNumbered"/>
    <dgm:cxn modelId="{CF80A761-8A08-474A-91E5-C33BE7F7B5B2}" type="presParOf" srcId="{1CE92674-596D-4D27-9C60-C927AD6E6E9D}" destId="{058366C6-C6B3-4D76-98D7-85741569B947}" srcOrd="1" destOrd="0" presId="urn:microsoft.com/office/officeart/2016/7/layout/BasicLinearProcessNumbered"/>
    <dgm:cxn modelId="{FA1320C9-3C4D-4936-982F-7C0031F4C750}" type="presParOf" srcId="{1CE92674-596D-4D27-9C60-C927AD6E6E9D}" destId="{FCC0A6EE-AD50-4A2D-AF01-86F4302FCDE6}" srcOrd="2" destOrd="0" presId="urn:microsoft.com/office/officeart/2016/7/layout/BasicLinearProcessNumbered"/>
    <dgm:cxn modelId="{7E9D7940-FB79-4F4D-8A1D-2F42B5282D9E}" type="presParOf" srcId="{FCC0A6EE-AD50-4A2D-AF01-86F4302FCDE6}" destId="{12F1C658-F4CC-42E1-BCA5-160EA88BD8CE}" srcOrd="0" destOrd="0" presId="urn:microsoft.com/office/officeart/2016/7/layout/BasicLinearProcessNumbered"/>
    <dgm:cxn modelId="{23284EE5-BA98-4068-AD5E-7A98F75467D5}" type="presParOf" srcId="{FCC0A6EE-AD50-4A2D-AF01-86F4302FCDE6}" destId="{50D6F638-FA65-4A67-AD2A-358F2DB7C355}" srcOrd="1" destOrd="0" presId="urn:microsoft.com/office/officeart/2016/7/layout/BasicLinearProcessNumbered"/>
    <dgm:cxn modelId="{45A2EEE1-50DB-4670-9376-942574722626}" type="presParOf" srcId="{FCC0A6EE-AD50-4A2D-AF01-86F4302FCDE6}" destId="{49B13500-E660-43F9-B6B3-1A1AFC3D292B}" srcOrd="2" destOrd="0" presId="urn:microsoft.com/office/officeart/2016/7/layout/BasicLinearProcessNumbered"/>
    <dgm:cxn modelId="{67F99DE9-B3B6-47C4-B359-004B3CE56DF6}" type="presParOf" srcId="{FCC0A6EE-AD50-4A2D-AF01-86F4302FCDE6}" destId="{810E3C5E-491E-4A7A-AC1F-0FBA2A09BACB}" srcOrd="3" destOrd="0" presId="urn:microsoft.com/office/officeart/2016/7/layout/BasicLinearProcessNumbered"/>
    <dgm:cxn modelId="{69548DB4-06E6-4C64-94A3-44A882F83154}" type="presParOf" srcId="{1CE92674-596D-4D27-9C60-C927AD6E6E9D}" destId="{A6B3C593-7AD7-47A0-8C4A-043A98CA0253}" srcOrd="3" destOrd="0" presId="urn:microsoft.com/office/officeart/2016/7/layout/BasicLinearProcessNumbered"/>
    <dgm:cxn modelId="{81226B8B-D18C-440E-BAE1-47220EC9998F}" type="presParOf" srcId="{1CE92674-596D-4D27-9C60-C927AD6E6E9D}" destId="{9C26BB25-2E7B-4571-839C-B08C71CDC8F4}" srcOrd="4" destOrd="0" presId="urn:microsoft.com/office/officeart/2016/7/layout/BasicLinearProcessNumbered"/>
    <dgm:cxn modelId="{8C8AB248-B56D-4030-9C4A-2342440271E9}" type="presParOf" srcId="{9C26BB25-2E7B-4571-839C-B08C71CDC8F4}" destId="{01821896-5262-4156-A272-F44AC6327EE3}" srcOrd="0" destOrd="0" presId="urn:microsoft.com/office/officeart/2016/7/layout/BasicLinearProcessNumbered"/>
    <dgm:cxn modelId="{153E0696-FE74-4603-BB58-1DD3555960D8}" type="presParOf" srcId="{9C26BB25-2E7B-4571-839C-B08C71CDC8F4}" destId="{2D87C16C-E208-458B-8B6E-95A5270273A5}" srcOrd="1" destOrd="0" presId="urn:microsoft.com/office/officeart/2016/7/layout/BasicLinearProcessNumbered"/>
    <dgm:cxn modelId="{12B90398-4A1C-4B35-B4AB-279CA58AB4E8}" type="presParOf" srcId="{9C26BB25-2E7B-4571-839C-B08C71CDC8F4}" destId="{4D11B1BA-4E5C-4975-BAC5-0279F537BF6C}" srcOrd="2" destOrd="0" presId="urn:microsoft.com/office/officeart/2016/7/layout/BasicLinearProcessNumbered"/>
    <dgm:cxn modelId="{3A062F0C-3136-4FD8-B394-C41E8444B30D}" type="presParOf" srcId="{9C26BB25-2E7B-4571-839C-B08C71CDC8F4}" destId="{FC9F1E4C-884B-4ABD-99FB-1806B7561261}" srcOrd="3" destOrd="0" presId="urn:microsoft.com/office/officeart/2016/7/layout/BasicLinearProcessNumbered"/>
    <dgm:cxn modelId="{3B2E0AD8-76C0-42AA-B7B4-4C39860780AE}" type="presParOf" srcId="{1CE92674-596D-4D27-9C60-C927AD6E6E9D}" destId="{5D2315EF-2F2C-44E4-B662-8C357741EEB4}" srcOrd="5" destOrd="0" presId="urn:microsoft.com/office/officeart/2016/7/layout/BasicLinearProcessNumbered"/>
    <dgm:cxn modelId="{5EBB5D4D-9C8E-4CE7-9942-C3B8BF0D1C6B}" type="presParOf" srcId="{1CE92674-596D-4D27-9C60-C927AD6E6E9D}" destId="{806F66A8-8E51-4399-B667-6A05EC6B5C09}" srcOrd="6" destOrd="0" presId="urn:microsoft.com/office/officeart/2016/7/layout/BasicLinearProcessNumbered"/>
    <dgm:cxn modelId="{D0D4A488-FFF2-449B-BF4D-2A959B1AE2A0}" type="presParOf" srcId="{806F66A8-8E51-4399-B667-6A05EC6B5C09}" destId="{085B32AE-F568-482D-BF08-F43BC2D1080F}" srcOrd="0" destOrd="0" presId="urn:microsoft.com/office/officeart/2016/7/layout/BasicLinearProcessNumbered"/>
    <dgm:cxn modelId="{1C0EDBBA-937D-4C69-99BF-E135D0A06061}" type="presParOf" srcId="{806F66A8-8E51-4399-B667-6A05EC6B5C09}" destId="{570009A2-923D-4772-BB2F-BD5797D3FBD8}" srcOrd="1" destOrd="0" presId="urn:microsoft.com/office/officeart/2016/7/layout/BasicLinearProcessNumbered"/>
    <dgm:cxn modelId="{5F024BD2-9492-46A4-92DB-EE6C95685D4F}" type="presParOf" srcId="{806F66A8-8E51-4399-B667-6A05EC6B5C09}" destId="{0C63DF0E-1E9B-447B-92AD-77AA7DB87127}" srcOrd="2" destOrd="0" presId="urn:microsoft.com/office/officeart/2016/7/layout/BasicLinearProcessNumbered"/>
    <dgm:cxn modelId="{85C414BF-DDC8-4270-8D4A-3C0F3A29AC26}" type="presParOf" srcId="{806F66A8-8E51-4399-B667-6A05EC6B5C09}" destId="{7D4FBBBC-9B67-44A5-9D11-5A2D8EC40B38}" srcOrd="3" destOrd="0" presId="urn:microsoft.com/office/officeart/2016/7/layout/BasicLinearProcessNumbered"/>
    <dgm:cxn modelId="{CCF49156-32CD-4652-9DD1-BC3AC809E118}" type="presParOf" srcId="{1CE92674-596D-4D27-9C60-C927AD6E6E9D}" destId="{9931C628-E2EE-47B5-A880-048643330C89}" srcOrd="7" destOrd="0" presId="urn:microsoft.com/office/officeart/2016/7/layout/BasicLinearProcessNumbered"/>
    <dgm:cxn modelId="{D5776C23-5753-48FD-9BC7-DFA68933042A}" type="presParOf" srcId="{1CE92674-596D-4D27-9C60-C927AD6E6E9D}" destId="{E7A7DE76-6ABA-4C6E-BE34-8A7937949015}" srcOrd="8" destOrd="0" presId="urn:microsoft.com/office/officeart/2016/7/layout/BasicLinearProcessNumbered"/>
    <dgm:cxn modelId="{D1D59646-C4ED-4431-AE5B-A288844451B9}" type="presParOf" srcId="{E7A7DE76-6ABA-4C6E-BE34-8A7937949015}" destId="{4310BD40-4126-4DA8-83BF-90B3C8A11B60}" srcOrd="0" destOrd="0" presId="urn:microsoft.com/office/officeart/2016/7/layout/BasicLinearProcessNumbered"/>
    <dgm:cxn modelId="{33FD7E9E-568C-40FC-81EE-0A1311AF765F}" type="presParOf" srcId="{E7A7DE76-6ABA-4C6E-BE34-8A7937949015}" destId="{7697760D-41F8-42ED-9256-FF9A73A4EB5E}" srcOrd="1" destOrd="0" presId="urn:microsoft.com/office/officeart/2016/7/layout/BasicLinearProcessNumbered"/>
    <dgm:cxn modelId="{3D158A26-9267-48A7-AC22-C9A1985D6672}" type="presParOf" srcId="{E7A7DE76-6ABA-4C6E-BE34-8A7937949015}" destId="{146E93CC-86A4-4647-A26A-E60D2CCAE6FE}" srcOrd="2" destOrd="0" presId="urn:microsoft.com/office/officeart/2016/7/layout/BasicLinearProcessNumbered"/>
    <dgm:cxn modelId="{908901EB-CB5B-42C4-9A68-87198FE7EEDA}" type="presParOf" srcId="{E7A7DE76-6ABA-4C6E-BE34-8A7937949015}" destId="{E4B1C736-BFD0-4AC4-90D4-1D9E5E980E0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3FAD1-B47F-41D5-90AB-F706387B1642}">
      <dsp:nvSpPr>
        <dsp:cNvPr id="0" name=""/>
        <dsp:cNvSpPr/>
      </dsp:nvSpPr>
      <dsp:spPr>
        <a:xfrm>
          <a:off x="0" y="540837"/>
          <a:ext cx="2707138" cy="17190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A56DF-CEF8-4076-BA76-0F299B2A4490}">
      <dsp:nvSpPr>
        <dsp:cNvPr id="0" name=""/>
        <dsp:cNvSpPr/>
      </dsp:nvSpPr>
      <dsp:spPr>
        <a:xfrm>
          <a:off x="300793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Selling products domestically and internationally. </a:t>
          </a:r>
        </a:p>
      </dsp:txBody>
      <dsp:txXfrm>
        <a:off x="351142" y="876939"/>
        <a:ext cx="2606440" cy="1618335"/>
      </dsp:txXfrm>
    </dsp:sp>
    <dsp:sp modelId="{87AC6E0A-0E19-4590-AA61-AD2A55778264}">
      <dsp:nvSpPr>
        <dsp:cNvPr id="0" name=""/>
        <dsp:cNvSpPr/>
      </dsp:nvSpPr>
      <dsp:spPr>
        <a:xfrm>
          <a:off x="3308725" y="540837"/>
          <a:ext cx="2707138" cy="17190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99935-09A5-45E8-B9A4-BB903D5902AB}">
      <dsp:nvSpPr>
        <dsp:cNvPr id="0" name=""/>
        <dsp:cNvSpPr/>
      </dsp:nvSpPr>
      <dsp:spPr>
        <a:xfrm>
          <a:off x="3609518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More effective employees. </a:t>
          </a:r>
        </a:p>
      </dsp:txBody>
      <dsp:txXfrm>
        <a:off x="3659867" y="876939"/>
        <a:ext cx="2606440" cy="1618335"/>
      </dsp:txXfrm>
    </dsp:sp>
    <dsp:sp modelId="{8CBA2DB4-B181-4160-8942-A995EBEB4204}">
      <dsp:nvSpPr>
        <dsp:cNvPr id="0" name=""/>
        <dsp:cNvSpPr/>
      </dsp:nvSpPr>
      <dsp:spPr>
        <a:xfrm>
          <a:off x="6617450" y="540837"/>
          <a:ext cx="2707138" cy="17190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E8DC2-6CA9-4708-94FA-D53EA41214B1}">
      <dsp:nvSpPr>
        <dsp:cNvPr id="0" name=""/>
        <dsp:cNvSpPr/>
      </dsp:nvSpPr>
      <dsp:spPr>
        <a:xfrm>
          <a:off x="6918244" y="826590"/>
          <a:ext cx="2707138" cy="1719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Enriching personal and Business life. </a:t>
          </a:r>
        </a:p>
      </dsp:txBody>
      <dsp:txXfrm>
        <a:off x="6968593" y="876939"/>
        <a:ext cx="2606440" cy="16183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56F69-BFCF-40E0-9053-64940667339F}">
      <dsp:nvSpPr>
        <dsp:cNvPr id="0" name=""/>
        <dsp:cNvSpPr/>
      </dsp:nvSpPr>
      <dsp:spPr>
        <a:xfrm>
          <a:off x="864330" y="2005"/>
          <a:ext cx="2486474" cy="12432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“Culture”?</a:t>
          </a:r>
        </a:p>
      </dsp:txBody>
      <dsp:txXfrm>
        <a:off x="900743" y="38418"/>
        <a:ext cx="2413648" cy="1170411"/>
      </dsp:txXfrm>
    </dsp:sp>
    <dsp:sp modelId="{415ADA54-9B6C-4D7F-BF8A-480897E6CC1C}">
      <dsp:nvSpPr>
        <dsp:cNvPr id="0" name=""/>
        <dsp:cNvSpPr/>
      </dsp:nvSpPr>
      <dsp:spPr>
        <a:xfrm>
          <a:off x="864330" y="1431727"/>
          <a:ext cx="2486474" cy="12432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Factors that affect culture: </a:t>
          </a:r>
        </a:p>
      </dsp:txBody>
      <dsp:txXfrm>
        <a:off x="900743" y="1468140"/>
        <a:ext cx="2413648" cy="1170411"/>
      </dsp:txXfrm>
    </dsp:sp>
    <dsp:sp modelId="{4FC2CF4F-BE30-4DC7-9900-A70AB85F4DE8}">
      <dsp:nvSpPr>
        <dsp:cNvPr id="0" name=""/>
        <dsp:cNvSpPr/>
      </dsp:nvSpPr>
      <dsp:spPr>
        <a:xfrm rot="18289469">
          <a:off x="2977279" y="1311239"/>
          <a:ext cx="174164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41641" y="27246"/>
              </a:lnTo>
            </a:path>
          </a:pathLst>
        </a:custGeom>
        <a:noFill/>
        <a:ln w="952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804558" y="1294944"/>
        <a:ext cx="87082" cy="87082"/>
      </dsp:txXfrm>
    </dsp:sp>
    <dsp:sp modelId="{7B0DF1D9-B08C-4534-B0E7-1E522CD18F8C}">
      <dsp:nvSpPr>
        <dsp:cNvPr id="0" name=""/>
        <dsp:cNvSpPr/>
      </dsp:nvSpPr>
      <dsp:spPr>
        <a:xfrm>
          <a:off x="4345394" y="2005"/>
          <a:ext cx="2486474" cy="12432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Topography. </a:t>
          </a:r>
        </a:p>
      </dsp:txBody>
      <dsp:txXfrm>
        <a:off x="4381807" y="38418"/>
        <a:ext cx="2413648" cy="1170411"/>
      </dsp:txXfrm>
    </dsp:sp>
    <dsp:sp modelId="{8AFAAA2A-C3B9-415C-9F68-CBAA9E0F5DF2}">
      <dsp:nvSpPr>
        <dsp:cNvPr id="0" name=""/>
        <dsp:cNvSpPr/>
      </dsp:nvSpPr>
      <dsp:spPr>
        <a:xfrm>
          <a:off x="3350805" y="2026100"/>
          <a:ext cx="99458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994589" y="27246"/>
              </a:lnTo>
            </a:path>
          </a:pathLst>
        </a:custGeom>
        <a:noFill/>
        <a:ln w="952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23235" y="2028481"/>
        <a:ext cx="49729" cy="49729"/>
      </dsp:txXfrm>
    </dsp:sp>
    <dsp:sp modelId="{D14516DE-EDD5-4774-84F6-86BEF644251E}">
      <dsp:nvSpPr>
        <dsp:cNvPr id="0" name=""/>
        <dsp:cNvSpPr/>
      </dsp:nvSpPr>
      <dsp:spPr>
        <a:xfrm>
          <a:off x="4345394" y="1431727"/>
          <a:ext cx="2486474" cy="12432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History.</a:t>
          </a:r>
        </a:p>
      </dsp:txBody>
      <dsp:txXfrm>
        <a:off x="4381807" y="1468140"/>
        <a:ext cx="2413648" cy="1170411"/>
      </dsp:txXfrm>
    </dsp:sp>
    <dsp:sp modelId="{3F9F8C8C-ADB5-43CE-B666-7F025B4FD7C9}">
      <dsp:nvSpPr>
        <dsp:cNvPr id="0" name=""/>
        <dsp:cNvSpPr/>
      </dsp:nvSpPr>
      <dsp:spPr>
        <a:xfrm rot="3310531">
          <a:off x="2977279" y="2740961"/>
          <a:ext cx="174164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41641" y="27246"/>
              </a:lnTo>
            </a:path>
          </a:pathLst>
        </a:custGeom>
        <a:noFill/>
        <a:ln w="952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804558" y="2724666"/>
        <a:ext cx="87082" cy="87082"/>
      </dsp:txXfrm>
    </dsp:sp>
    <dsp:sp modelId="{BF1EAF9D-BCD9-4DE1-903F-4BCD50D255EF}">
      <dsp:nvSpPr>
        <dsp:cNvPr id="0" name=""/>
        <dsp:cNvSpPr/>
      </dsp:nvSpPr>
      <dsp:spPr>
        <a:xfrm>
          <a:off x="4345394" y="2861450"/>
          <a:ext cx="2486474" cy="12432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Religion. </a:t>
          </a:r>
        </a:p>
      </dsp:txBody>
      <dsp:txXfrm>
        <a:off x="4381807" y="2897863"/>
        <a:ext cx="2413648" cy="11704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812DB-0437-40A7-BC82-AE46D744DDFF}">
      <dsp:nvSpPr>
        <dsp:cNvPr id="0" name=""/>
        <dsp:cNvSpPr/>
      </dsp:nvSpPr>
      <dsp:spPr>
        <a:xfrm>
          <a:off x="0" y="852586"/>
          <a:ext cx="6391275" cy="15740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B3DE5B-8D09-4388-A844-989FEE6AC17D}">
      <dsp:nvSpPr>
        <dsp:cNvPr id="0" name=""/>
        <dsp:cNvSpPr/>
      </dsp:nvSpPr>
      <dsp:spPr>
        <a:xfrm>
          <a:off x="476136" y="1206738"/>
          <a:ext cx="865703" cy="865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C1867-6576-41A6-80E0-7A36305EFAC9}">
      <dsp:nvSpPr>
        <dsp:cNvPr id="0" name=""/>
        <dsp:cNvSpPr/>
      </dsp:nvSpPr>
      <dsp:spPr>
        <a:xfrm>
          <a:off x="1817977" y="852586"/>
          <a:ext cx="4573297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Passing Time : USA Vs Indonesia; Card giving.</a:t>
          </a:r>
        </a:p>
      </dsp:txBody>
      <dsp:txXfrm>
        <a:off x="1817977" y="852586"/>
        <a:ext cx="4573297" cy="1574006"/>
      </dsp:txXfrm>
    </dsp:sp>
    <dsp:sp modelId="{7C99947A-7687-445F-8D74-1B090380A5D6}">
      <dsp:nvSpPr>
        <dsp:cNvPr id="0" name=""/>
        <dsp:cNvSpPr/>
      </dsp:nvSpPr>
      <dsp:spPr>
        <a:xfrm>
          <a:off x="0" y="2820094"/>
          <a:ext cx="6391275" cy="157400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042D8-2185-4BDD-8803-01876422203D}">
      <dsp:nvSpPr>
        <dsp:cNvPr id="0" name=""/>
        <dsp:cNvSpPr/>
      </dsp:nvSpPr>
      <dsp:spPr>
        <a:xfrm>
          <a:off x="476136" y="3174245"/>
          <a:ext cx="865703" cy="865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F56DB-41C2-46A7-A7E2-3E3C53274F5B}">
      <dsp:nvSpPr>
        <dsp:cNvPr id="0" name=""/>
        <dsp:cNvSpPr/>
      </dsp:nvSpPr>
      <dsp:spPr>
        <a:xfrm>
          <a:off x="1817977" y="2820094"/>
          <a:ext cx="4573297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Heads, Hands (2), Finger for number, me (japan, china, USA), Eye contract, handshaking, smile, meaning of left hand). </a:t>
          </a:r>
        </a:p>
      </dsp:txBody>
      <dsp:txXfrm>
        <a:off x="1817977" y="2820094"/>
        <a:ext cx="4573297" cy="15740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FD3FF-FC97-46CF-981E-EEA7531258C3}">
      <dsp:nvSpPr>
        <dsp:cNvPr id="0" name=""/>
        <dsp:cNvSpPr/>
      </dsp:nvSpPr>
      <dsp:spPr>
        <a:xfrm>
          <a:off x="2051618" y="814247"/>
          <a:ext cx="44124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1245" y="45720"/>
              </a:lnTo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60445" y="857608"/>
        <a:ext cx="23592" cy="4718"/>
      </dsp:txXfrm>
    </dsp:sp>
    <dsp:sp modelId="{810004C9-0434-45F6-94F6-858B2ED26A8A}">
      <dsp:nvSpPr>
        <dsp:cNvPr id="0" name=""/>
        <dsp:cNvSpPr/>
      </dsp:nvSpPr>
      <dsp:spPr>
        <a:xfrm>
          <a:off x="1915" y="244516"/>
          <a:ext cx="2051503" cy="123090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525" tIns="105519" rIns="100525" bIns="10551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1. McDonald’s — Adapting Menus &amp; Messages for Local Cultures</a:t>
          </a:r>
          <a:endParaRPr lang="en-US" sz="1400" kern="1200"/>
        </a:p>
      </dsp:txBody>
      <dsp:txXfrm>
        <a:off x="1915" y="244516"/>
        <a:ext cx="2051503" cy="1230902"/>
      </dsp:txXfrm>
    </dsp:sp>
    <dsp:sp modelId="{E6EFA3C4-C2EA-4EB3-8C7A-B14263BB6EF0}">
      <dsp:nvSpPr>
        <dsp:cNvPr id="0" name=""/>
        <dsp:cNvSpPr/>
      </dsp:nvSpPr>
      <dsp:spPr>
        <a:xfrm>
          <a:off x="4574968" y="814247"/>
          <a:ext cx="44124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1245" y="45720"/>
              </a:lnTo>
            </a:path>
          </a:pathLst>
        </a:custGeom>
        <a:noFill/>
        <a:ln w="9525" cap="rnd" cmpd="sng" algn="ctr">
          <a:solidFill>
            <a:schemeClr val="accent5">
              <a:hueOff val="-525587"/>
              <a:satOff val="-3570"/>
              <a:lumOff val="-149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83795" y="857608"/>
        <a:ext cx="23592" cy="4718"/>
      </dsp:txXfrm>
    </dsp:sp>
    <dsp:sp modelId="{DAC29779-4A77-478D-9C9E-B7EEAC3A441D}">
      <dsp:nvSpPr>
        <dsp:cNvPr id="0" name=""/>
        <dsp:cNvSpPr/>
      </dsp:nvSpPr>
      <dsp:spPr>
        <a:xfrm>
          <a:off x="2525264" y="244516"/>
          <a:ext cx="2051503" cy="1230902"/>
        </a:xfrm>
        <a:prstGeom prst="rect">
          <a:avLst/>
        </a:prstGeom>
        <a:gradFill rotWithShape="0">
          <a:gsLst>
            <a:gs pos="0">
              <a:schemeClr val="accent5">
                <a:hueOff val="-437990"/>
                <a:satOff val="-2975"/>
                <a:lumOff val="-1242"/>
                <a:alphaOff val="0"/>
                <a:tint val="98000"/>
                <a:lumMod val="114000"/>
              </a:schemeClr>
            </a:gs>
            <a:gs pos="100000">
              <a:schemeClr val="accent5">
                <a:hueOff val="-437990"/>
                <a:satOff val="-2975"/>
                <a:lumOff val="-124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525" tIns="105519" rIns="100525" bIns="10551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KFC China — Successful Cultural Adaptation</a:t>
          </a:r>
          <a:endParaRPr lang="en-US" sz="1400" kern="1200"/>
        </a:p>
      </dsp:txBody>
      <dsp:txXfrm>
        <a:off x="2525264" y="244516"/>
        <a:ext cx="2051503" cy="1230902"/>
      </dsp:txXfrm>
    </dsp:sp>
    <dsp:sp modelId="{195B6AB7-E6EC-46A6-939A-E4560C59E007}">
      <dsp:nvSpPr>
        <dsp:cNvPr id="0" name=""/>
        <dsp:cNvSpPr/>
      </dsp:nvSpPr>
      <dsp:spPr>
        <a:xfrm>
          <a:off x="7098318" y="814247"/>
          <a:ext cx="44124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1245" y="45720"/>
              </a:lnTo>
            </a:path>
          </a:pathLst>
        </a:custGeom>
        <a:noFill/>
        <a:ln w="9525" cap="rnd" cmpd="sng" algn="ctr">
          <a:solidFill>
            <a:schemeClr val="accent5">
              <a:hueOff val="-1051175"/>
              <a:satOff val="-7139"/>
              <a:lumOff val="-298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07144" y="857608"/>
        <a:ext cx="23592" cy="4718"/>
      </dsp:txXfrm>
    </dsp:sp>
    <dsp:sp modelId="{F7079CF7-9C3E-4BF9-9BC0-7C892BE6E9FA}">
      <dsp:nvSpPr>
        <dsp:cNvPr id="0" name=""/>
        <dsp:cNvSpPr/>
      </dsp:nvSpPr>
      <dsp:spPr>
        <a:xfrm>
          <a:off x="5048614" y="244516"/>
          <a:ext cx="2051503" cy="1230902"/>
        </a:xfrm>
        <a:prstGeom prst="rect">
          <a:avLst/>
        </a:prstGeom>
        <a:gradFill rotWithShape="0">
          <a:gsLst>
            <a:gs pos="0">
              <a:schemeClr val="accent5">
                <a:hueOff val="-875979"/>
                <a:satOff val="-5949"/>
                <a:lumOff val="-2484"/>
                <a:alphaOff val="0"/>
                <a:tint val="98000"/>
                <a:lumMod val="114000"/>
              </a:schemeClr>
            </a:gs>
            <a:gs pos="100000">
              <a:schemeClr val="accent5">
                <a:hueOff val="-875979"/>
                <a:satOff val="-5949"/>
                <a:lumOff val="-248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525" tIns="105519" rIns="100525" bIns="10551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Coca-Cola — Global Message, Local Culture</a:t>
          </a:r>
          <a:endParaRPr lang="en-US" sz="1400" kern="1200"/>
        </a:p>
      </dsp:txBody>
      <dsp:txXfrm>
        <a:off x="5048614" y="244516"/>
        <a:ext cx="2051503" cy="1230902"/>
      </dsp:txXfrm>
    </dsp:sp>
    <dsp:sp modelId="{C46814A6-20E6-44A5-9F6E-9EE49DD2476D}">
      <dsp:nvSpPr>
        <dsp:cNvPr id="0" name=""/>
        <dsp:cNvSpPr/>
      </dsp:nvSpPr>
      <dsp:spPr>
        <a:xfrm>
          <a:off x="1027667" y="1473618"/>
          <a:ext cx="7570048" cy="441245"/>
        </a:xfrm>
        <a:custGeom>
          <a:avLst/>
          <a:gdLst/>
          <a:ahLst/>
          <a:cxnLst/>
          <a:rect l="0" t="0" r="0" b="0"/>
          <a:pathLst>
            <a:path>
              <a:moveTo>
                <a:pt x="7570048" y="0"/>
              </a:moveTo>
              <a:lnTo>
                <a:pt x="7570048" y="237722"/>
              </a:lnTo>
              <a:lnTo>
                <a:pt x="0" y="237722"/>
              </a:lnTo>
              <a:lnTo>
                <a:pt x="0" y="441245"/>
              </a:lnTo>
            </a:path>
          </a:pathLst>
        </a:custGeom>
        <a:noFill/>
        <a:ln w="9525" cap="rnd" cmpd="sng" algn="ctr">
          <a:solidFill>
            <a:schemeClr val="accent5">
              <a:hueOff val="-1576762"/>
              <a:satOff val="-10709"/>
              <a:lumOff val="-447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23073" y="1691882"/>
        <a:ext cx="379236" cy="4718"/>
      </dsp:txXfrm>
    </dsp:sp>
    <dsp:sp modelId="{9AA0856E-CFED-4401-8A38-3E3435C0EFF1}">
      <dsp:nvSpPr>
        <dsp:cNvPr id="0" name=""/>
        <dsp:cNvSpPr/>
      </dsp:nvSpPr>
      <dsp:spPr>
        <a:xfrm>
          <a:off x="7571964" y="244516"/>
          <a:ext cx="2051503" cy="1230902"/>
        </a:xfrm>
        <a:prstGeom prst="rect">
          <a:avLst/>
        </a:prstGeom>
        <a:gradFill rotWithShape="0">
          <a:gsLst>
            <a:gs pos="0">
              <a:schemeClr val="accent5">
                <a:hueOff val="-1313969"/>
                <a:satOff val="-8924"/>
                <a:lumOff val="-3726"/>
                <a:alphaOff val="0"/>
                <a:tint val="98000"/>
                <a:lumMod val="114000"/>
              </a:schemeClr>
            </a:gs>
            <a:gs pos="100000">
              <a:schemeClr val="accent5">
                <a:hueOff val="-1313969"/>
                <a:satOff val="-8924"/>
                <a:lumOff val="-372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525" tIns="105519" rIns="100525" bIns="10551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Nike — Cultural Symbol Mistakes</a:t>
          </a:r>
          <a:endParaRPr lang="en-US" sz="1400" kern="1200"/>
        </a:p>
      </dsp:txBody>
      <dsp:txXfrm>
        <a:off x="7571964" y="244516"/>
        <a:ext cx="2051503" cy="1230902"/>
      </dsp:txXfrm>
    </dsp:sp>
    <dsp:sp modelId="{CAE62FDC-96E9-45A6-BBA7-446BC9ED4E9B}">
      <dsp:nvSpPr>
        <dsp:cNvPr id="0" name=""/>
        <dsp:cNvSpPr/>
      </dsp:nvSpPr>
      <dsp:spPr>
        <a:xfrm>
          <a:off x="2051618" y="2516995"/>
          <a:ext cx="44124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1245" y="45720"/>
              </a:lnTo>
            </a:path>
          </a:pathLst>
        </a:custGeom>
        <a:noFill/>
        <a:ln w="9525" cap="rnd" cmpd="sng" algn="ctr">
          <a:solidFill>
            <a:schemeClr val="accent5">
              <a:hueOff val="-2102350"/>
              <a:satOff val="-14278"/>
              <a:lumOff val="-596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60445" y="2560356"/>
        <a:ext cx="23592" cy="4718"/>
      </dsp:txXfrm>
    </dsp:sp>
    <dsp:sp modelId="{02358F22-091C-48D6-8E0B-6F067CA5EF9A}">
      <dsp:nvSpPr>
        <dsp:cNvPr id="0" name=""/>
        <dsp:cNvSpPr/>
      </dsp:nvSpPr>
      <dsp:spPr>
        <a:xfrm>
          <a:off x="1915" y="1947264"/>
          <a:ext cx="2051503" cy="1230902"/>
        </a:xfrm>
        <a:prstGeom prst="rect">
          <a:avLst/>
        </a:prstGeom>
        <a:gradFill rotWithShape="0">
          <a:gsLst>
            <a:gs pos="0">
              <a:schemeClr val="accent5">
                <a:hueOff val="-1751958"/>
                <a:satOff val="-11899"/>
                <a:lumOff val="-4967"/>
                <a:alphaOff val="0"/>
                <a:tint val="98000"/>
                <a:lumMod val="114000"/>
              </a:schemeClr>
            </a:gs>
            <a:gs pos="100000">
              <a:schemeClr val="accent5">
                <a:hueOff val="-1751958"/>
                <a:satOff val="-11899"/>
                <a:lumOff val="-4967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525" tIns="105519" rIns="100525" bIns="10551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Google — Managing Cross-Cultural Teams Worldwide</a:t>
          </a:r>
          <a:endParaRPr lang="en-US" sz="1400" kern="1200"/>
        </a:p>
      </dsp:txBody>
      <dsp:txXfrm>
        <a:off x="1915" y="1947264"/>
        <a:ext cx="2051503" cy="1230902"/>
      </dsp:txXfrm>
    </dsp:sp>
    <dsp:sp modelId="{FA0BF621-1EC8-4C69-B5C8-EB1AEE550793}">
      <dsp:nvSpPr>
        <dsp:cNvPr id="0" name=""/>
        <dsp:cNvSpPr/>
      </dsp:nvSpPr>
      <dsp:spPr>
        <a:xfrm>
          <a:off x="4574968" y="2516995"/>
          <a:ext cx="44124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1245" y="45720"/>
              </a:lnTo>
            </a:path>
          </a:pathLst>
        </a:custGeom>
        <a:noFill/>
        <a:ln w="9525" cap="rnd" cmpd="sng" algn="ctr">
          <a:solidFill>
            <a:schemeClr val="accent5">
              <a:hueOff val="-2627937"/>
              <a:satOff val="-17848"/>
              <a:lumOff val="-745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83795" y="2560356"/>
        <a:ext cx="23592" cy="4718"/>
      </dsp:txXfrm>
    </dsp:sp>
    <dsp:sp modelId="{4CEE5A8B-8FC2-4DC0-9F9D-07D225CEC363}">
      <dsp:nvSpPr>
        <dsp:cNvPr id="0" name=""/>
        <dsp:cNvSpPr/>
      </dsp:nvSpPr>
      <dsp:spPr>
        <a:xfrm>
          <a:off x="2525264" y="1947264"/>
          <a:ext cx="2051503" cy="1230902"/>
        </a:xfrm>
        <a:prstGeom prst="rect">
          <a:avLst/>
        </a:prstGeom>
        <a:gradFill rotWithShape="0">
          <a:gsLst>
            <a:gs pos="0">
              <a:schemeClr val="accent5">
                <a:hueOff val="-2189947"/>
                <a:satOff val="-14873"/>
                <a:lumOff val="-6209"/>
                <a:alphaOff val="0"/>
                <a:tint val="98000"/>
                <a:lumMod val="114000"/>
              </a:schemeClr>
            </a:gs>
            <a:gs pos="100000">
              <a:schemeClr val="accent5">
                <a:hueOff val="-2189947"/>
                <a:satOff val="-14873"/>
                <a:lumOff val="-6209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525" tIns="105519" rIns="100525" bIns="10551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Samsung — Korean vs. Western Communication Styles</a:t>
          </a:r>
          <a:endParaRPr lang="en-US" sz="1400" kern="1200"/>
        </a:p>
      </dsp:txBody>
      <dsp:txXfrm>
        <a:off x="2525264" y="1947264"/>
        <a:ext cx="2051503" cy="1230902"/>
      </dsp:txXfrm>
    </dsp:sp>
    <dsp:sp modelId="{9E94A039-489A-45AA-B6A1-6F677D1BE45E}">
      <dsp:nvSpPr>
        <dsp:cNvPr id="0" name=""/>
        <dsp:cNvSpPr/>
      </dsp:nvSpPr>
      <dsp:spPr>
        <a:xfrm>
          <a:off x="5048614" y="1947264"/>
          <a:ext cx="2051503" cy="1230902"/>
        </a:xfrm>
        <a:prstGeom prst="rect">
          <a:avLst/>
        </a:prstGeom>
        <a:gradFill rotWithShape="0">
          <a:gsLst>
            <a:gs pos="0">
              <a:schemeClr val="accent5">
                <a:hueOff val="-2627937"/>
                <a:satOff val="-17848"/>
                <a:lumOff val="-7451"/>
                <a:alphaOff val="0"/>
                <a:tint val="98000"/>
                <a:lumMod val="114000"/>
              </a:schemeClr>
            </a:gs>
            <a:gs pos="100000">
              <a:schemeClr val="accent5">
                <a:hueOff val="-2627937"/>
                <a:satOff val="-17848"/>
                <a:lumOff val="-7451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0525" tIns="105519" rIns="100525" bIns="10551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Unilever — Marketing Across 190 Countries</a:t>
          </a:r>
          <a:r>
            <a:rPr lang="en-US" sz="1400" kern="1200"/>
            <a:t> </a:t>
          </a:r>
          <a:r>
            <a:rPr lang="en-US" sz="1400" b="1" kern="1200"/>
            <a:t>Cross-Cultural Practices</a:t>
          </a:r>
          <a:endParaRPr lang="en-US" sz="1400" kern="1200"/>
        </a:p>
      </dsp:txBody>
      <dsp:txXfrm>
        <a:off x="5048614" y="1947264"/>
        <a:ext cx="2051503" cy="12309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DEEE1-C5F6-43BD-B16B-B7039D82EC4C}">
      <dsp:nvSpPr>
        <dsp:cNvPr id="0" name=""/>
        <dsp:cNvSpPr/>
      </dsp:nvSpPr>
      <dsp:spPr>
        <a:xfrm>
          <a:off x="3289" y="464459"/>
          <a:ext cx="1781259" cy="249376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4" tIns="330200" rIns="138874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Do your research.</a:t>
          </a:r>
        </a:p>
      </dsp:txBody>
      <dsp:txXfrm>
        <a:off x="3289" y="1412089"/>
        <a:ext cx="1781259" cy="1496258"/>
      </dsp:txXfrm>
    </dsp:sp>
    <dsp:sp modelId="{F272581A-891C-44D9-85C5-3519FFF58474}">
      <dsp:nvSpPr>
        <dsp:cNvPr id="0" name=""/>
        <dsp:cNvSpPr/>
      </dsp:nvSpPr>
      <dsp:spPr>
        <a:xfrm>
          <a:off x="519855" y="713835"/>
          <a:ext cx="748129" cy="74812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327" tIns="12700" rIns="58327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1</a:t>
          </a:r>
        </a:p>
      </dsp:txBody>
      <dsp:txXfrm>
        <a:off x="629416" y="823396"/>
        <a:ext cx="529007" cy="529007"/>
      </dsp:txXfrm>
    </dsp:sp>
    <dsp:sp modelId="{588FFDCF-94B4-4D60-A1B6-60E59816FBE6}">
      <dsp:nvSpPr>
        <dsp:cNvPr id="0" name=""/>
        <dsp:cNvSpPr/>
      </dsp:nvSpPr>
      <dsp:spPr>
        <a:xfrm>
          <a:off x="3289" y="2958151"/>
          <a:ext cx="1781259" cy="72"/>
        </a:xfrm>
        <a:prstGeom prst="rect">
          <a:avLst/>
        </a:prstGeom>
        <a:gradFill rotWithShape="0">
          <a:gsLst>
            <a:gs pos="0">
              <a:schemeClr val="accent5">
                <a:hueOff val="-291993"/>
                <a:satOff val="-1983"/>
                <a:lumOff val="-828"/>
                <a:alphaOff val="0"/>
                <a:tint val="98000"/>
                <a:lumMod val="114000"/>
              </a:schemeClr>
            </a:gs>
            <a:gs pos="100000">
              <a:schemeClr val="accent5">
                <a:hueOff val="-291993"/>
                <a:satOff val="-1983"/>
                <a:lumOff val="-828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291993"/>
              <a:satOff val="-1983"/>
              <a:lumOff val="-82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F1C658-F4CC-42E1-BCA5-160EA88BD8CE}">
      <dsp:nvSpPr>
        <dsp:cNvPr id="0" name=""/>
        <dsp:cNvSpPr/>
      </dsp:nvSpPr>
      <dsp:spPr>
        <a:xfrm>
          <a:off x="1962675" y="464459"/>
          <a:ext cx="1781259" cy="2493763"/>
        </a:xfrm>
        <a:prstGeom prst="rect">
          <a:avLst/>
        </a:prstGeom>
        <a:solidFill>
          <a:schemeClr val="accent5">
            <a:tint val="40000"/>
            <a:alpha val="90000"/>
            <a:hueOff val="-797149"/>
            <a:satOff val="-5326"/>
            <a:lumOff val="-522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797149"/>
              <a:satOff val="-5326"/>
              <a:lumOff val="-52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4" tIns="330200" rIns="138874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Know yourself and your company.</a:t>
          </a:r>
        </a:p>
      </dsp:txBody>
      <dsp:txXfrm>
        <a:off x="1962675" y="1412089"/>
        <a:ext cx="1781259" cy="1496258"/>
      </dsp:txXfrm>
    </dsp:sp>
    <dsp:sp modelId="{50D6F638-FA65-4A67-AD2A-358F2DB7C355}">
      <dsp:nvSpPr>
        <dsp:cNvPr id="0" name=""/>
        <dsp:cNvSpPr/>
      </dsp:nvSpPr>
      <dsp:spPr>
        <a:xfrm>
          <a:off x="2479241" y="713835"/>
          <a:ext cx="748129" cy="748129"/>
        </a:xfrm>
        <a:prstGeom prst="ellipse">
          <a:avLst/>
        </a:prstGeom>
        <a:gradFill rotWithShape="0">
          <a:gsLst>
            <a:gs pos="0">
              <a:schemeClr val="accent5">
                <a:hueOff val="-583986"/>
                <a:satOff val="-3966"/>
                <a:lumOff val="-1656"/>
                <a:alphaOff val="0"/>
                <a:tint val="98000"/>
                <a:lumMod val="114000"/>
              </a:schemeClr>
            </a:gs>
            <a:gs pos="100000">
              <a:schemeClr val="accent5">
                <a:hueOff val="-583986"/>
                <a:satOff val="-3966"/>
                <a:lumOff val="-1656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583986"/>
              <a:satOff val="-3966"/>
              <a:lumOff val="-1656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327" tIns="12700" rIns="58327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2</a:t>
          </a:r>
        </a:p>
      </dsp:txBody>
      <dsp:txXfrm>
        <a:off x="2588802" y="823396"/>
        <a:ext cx="529007" cy="529007"/>
      </dsp:txXfrm>
    </dsp:sp>
    <dsp:sp modelId="{49B13500-E660-43F9-B6B3-1A1AFC3D292B}">
      <dsp:nvSpPr>
        <dsp:cNvPr id="0" name=""/>
        <dsp:cNvSpPr/>
      </dsp:nvSpPr>
      <dsp:spPr>
        <a:xfrm>
          <a:off x="1962675" y="2958151"/>
          <a:ext cx="1781259" cy="72"/>
        </a:xfrm>
        <a:prstGeom prst="rect">
          <a:avLst/>
        </a:prstGeom>
        <a:gradFill rotWithShape="0">
          <a:gsLst>
            <a:gs pos="0">
              <a:schemeClr val="accent5">
                <a:hueOff val="-875979"/>
                <a:satOff val="-5949"/>
                <a:lumOff val="-2484"/>
                <a:alphaOff val="0"/>
                <a:tint val="98000"/>
                <a:lumMod val="114000"/>
              </a:schemeClr>
            </a:gs>
            <a:gs pos="100000">
              <a:schemeClr val="accent5">
                <a:hueOff val="-875979"/>
                <a:satOff val="-5949"/>
                <a:lumOff val="-2484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875979"/>
              <a:satOff val="-5949"/>
              <a:lumOff val="-2484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821896-5262-4156-A272-F44AC6327EE3}">
      <dsp:nvSpPr>
        <dsp:cNvPr id="0" name=""/>
        <dsp:cNvSpPr/>
      </dsp:nvSpPr>
      <dsp:spPr>
        <a:xfrm>
          <a:off x="3922061" y="464459"/>
          <a:ext cx="1781259" cy="2493763"/>
        </a:xfrm>
        <a:prstGeom prst="rect">
          <a:avLst/>
        </a:prstGeom>
        <a:solidFill>
          <a:schemeClr val="accent5">
            <a:tint val="40000"/>
            <a:alpha val="90000"/>
            <a:hueOff val="-1594299"/>
            <a:satOff val="-10653"/>
            <a:lumOff val="-1043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1594299"/>
              <a:satOff val="-10653"/>
              <a:lumOff val="-104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4" tIns="330200" rIns="138874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 aware of the stereotype.</a:t>
          </a:r>
        </a:p>
      </dsp:txBody>
      <dsp:txXfrm>
        <a:off x="3922061" y="1412089"/>
        <a:ext cx="1781259" cy="1496258"/>
      </dsp:txXfrm>
    </dsp:sp>
    <dsp:sp modelId="{2D87C16C-E208-458B-8B6E-95A5270273A5}">
      <dsp:nvSpPr>
        <dsp:cNvPr id="0" name=""/>
        <dsp:cNvSpPr/>
      </dsp:nvSpPr>
      <dsp:spPr>
        <a:xfrm>
          <a:off x="4438626" y="713835"/>
          <a:ext cx="748129" cy="748129"/>
        </a:xfrm>
        <a:prstGeom prst="ellipse">
          <a:avLst/>
        </a:prstGeom>
        <a:gradFill rotWithShape="0">
          <a:gsLst>
            <a:gs pos="0">
              <a:schemeClr val="accent5">
                <a:hueOff val="-1167972"/>
                <a:satOff val="-7932"/>
                <a:lumOff val="-3312"/>
                <a:alphaOff val="0"/>
                <a:tint val="98000"/>
                <a:lumMod val="114000"/>
              </a:schemeClr>
            </a:gs>
            <a:gs pos="100000">
              <a:schemeClr val="accent5">
                <a:hueOff val="-1167972"/>
                <a:satOff val="-7932"/>
                <a:lumOff val="-3312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1167972"/>
              <a:satOff val="-7932"/>
              <a:lumOff val="-3312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327" tIns="12700" rIns="58327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3</a:t>
          </a:r>
        </a:p>
      </dsp:txBody>
      <dsp:txXfrm>
        <a:off x="4548187" y="823396"/>
        <a:ext cx="529007" cy="529007"/>
      </dsp:txXfrm>
    </dsp:sp>
    <dsp:sp modelId="{4D11B1BA-4E5C-4975-BAC5-0279F537BF6C}">
      <dsp:nvSpPr>
        <dsp:cNvPr id="0" name=""/>
        <dsp:cNvSpPr/>
      </dsp:nvSpPr>
      <dsp:spPr>
        <a:xfrm>
          <a:off x="3922061" y="2958151"/>
          <a:ext cx="1781259" cy="72"/>
        </a:xfrm>
        <a:prstGeom prst="rect">
          <a:avLst/>
        </a:prstGeom>
        <a:gradFill rotWithShape="0">
          <a:gsLst>
            <a:gs pos="0">
              <a:schemeClr val="accent5">
                <a:hueOff val="-1459965"/>
                <a:satOff val="-9916"/>
                <a:lumOff val="-4139"/>
                <a:alphaOff val="0"/>
                <a:tint val="98000"/>
                <a:lumMod val="114000"/>
              </a:schemeClr>
            </a:gs>
            <a:gs pos="100000">
              <a:schemeClr val="accent5">
                <a:hueOff val="-1459965"/>
                <a:satOff val="-9916"/>
                <a:lumOff val="-4139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1459965"/>
              <a:satOff val="-9916"/>
              <a:lumOff val="-413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5B32AE-F568-482D-BF08-F43BC2D1080F}">
      <dsp:nvSpPr>
        <dsp:cNvPr id="0" name=""/>
        <dsp:cNvSpPr/>
      </dsp:nvSpPr>
      <dsp:spPr>
        <a:xfrm>
          <a:off x="5881447" y="464459"/>
          <a:ext cx="1781259" cy="2493763"/>
        </a:xfrm>
        <a:prstGeom prst="rect">
          <a:avLst/>
        </a:prstGeom>
        <a:solidFill>
          <a:schemeClr val="accent5">
            <a:tint val="40000"/>
            <a:alpha val="90000"/>
            <a:hueOff val="-2391448"/>
            <a:satOff val="-15979"/>
            <a:lumOff val="-1565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2391448"/>
              <a:satOff val="-15979"/>
              <a:lumOff val="-156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4" tIns="330200" rIns="138874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Adapt English to your audience (talk simply, clearly and slowly, avoid double barreled and negative questions, ask open ended questions)</a:t>
          </a:r>
        </a:p>
      </dsp:txBody>
      <dsp:txXfrm>
        <a:off x="5881447" y="1412089"/>
        <a:ext cx="1781259" cy="1496258"/>
      </dsp:txXfrm>
    </dsp:sp>
    <dsp:sp modelId="{570009A2-923D-4772-BB2F-BD5797D3FBD8}">
      <dsp:nvSpPr>
        <dsp:cNvPr id="0" name=""/>
        <dsp:cNvSpPr/>
      </dsp:nvSpPr>
      <dsp:spPr>
        <a:xfrm>
          <a:off x="6398012" y="713835"/>
          <a:ext cx="748129" cy="748129"/>
        </a:xfrm>
        <a:prstGeom prst="ellipse">
          <a:avLst/>
        </a:prstGeom>
        <a:gradFill rotWithShape="0">
          <a:gsLst>
            <a:gs pos="0">
              <a:schemeClr val="accent5">
                <a:hueOff val="-1751958"/>
                <a:satOff val="-11899"/>
                <a:lumOff val="-4967"/>
                <a:alphaOff val="0"/>
                <a:tint val="98000"/>
                <a:lumMod val="114000"/>
              </a:schemeClr>
            </a:gs>
            <a:gs pos="100000">
              <a:schemeClr val="accent5">
                <a:hueOff val="-1751958"/>
                <a:satOff val="-11899"/>
                <a:lumOff val="-4967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1751958"/>
              <a:satOff val="-11899"/>
              <a:lumOff val="-496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327" tIns="12700" rIns="58327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4</a:t>
          </a:r>
        </a:p>
      </dsp:txBody>
      <dsp:txXfrm>
        <a:off x="6507573" y="823396"/>
        <a:ext cx="529007" cy="529007"/>
      </dsp:txXfrm>
    </dsp:sp>
    <dsp:sp modelId="{0C63DF0E-1E9B-447B-92AD-77AA7DB87127}">
      <dsp:nvSpPr>
        <dsp:cNvPr id="0" name=""/>
        <dsp:cNvSpPr/>
      </dsp:nvSpPr>
      <dsp:spPr>
        <a:xfrm>
          <a:off x="5881447" y="2958151"/>
          <a:ext cx="1781259" cy="72"/>
        </a:xfrm>
        <a:prstGeom prst="rect">
          <a:avLst/>
        </a:prstGeom>
        <a:gradFill rotWithShape="0">
          <a:gsLst>
            <a:gs pos="0">
              <a:schemeClr val="accent5">
                <a:hueOff val="-2043951"/>
                <a:satOff val="-13882"/>
                <a:lumOff val="-5795"/>
                <a:alphaOff val="0"/>
                <a:tint val="98000"/>
                <a:lumMod val="114000"/>
              </a:schemeClr>
            </a:gs>
            <a:gs pos="100000">
              <a:schemeClr val="accent5">
                <a:hueOff val="-2043951"/>
                <a:satOff val="-13882"/>
                <a:lumOff val="-5795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2043951"/>
              <a:satOff val="-13882"/>
              <a:lumOff val="-5795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10BD40-4126-4DA8-83BF-90B3C8A11B60}">
      <dsp:nvSpPr>
        <dsp:cNvPr id="0" name=""/>
        <dsp:cNvSpPr/>
      </dsp:nvSpPr>
      <dsp:spPr>
        <a:xfrm>
          <a:off x="7840833" y="464459"/>
          <a:ext cx="1781259" cy="2493763"/>
        </a:xfrm>
        <a:prstGeom prst="rect">
          <a:avLst/>
        </a:prstGeom>
        <a:solidFill>
          <a:schemeClr val="accent5">
            <a:tint val="40000"/>
            <a:alpha val="90000"/>
            <a:hueOff val="-3188598"/>
            <a:satOff val="-21305"/>
            <a:lumOff val="-2087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3188598"/>
              <a:satOff val="-21305"/>
              <a:lumOff val="-208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4" tIns="330200" rIns="138874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 open to Change. </a:t>
          </a:r>
        </a:p>
      </dsp:txBody>
      <dsp:txXfrm>
        <a:off x="7840833" y="1412089"/>
        <a:ext cx="1781259" cy="1496258"/>
      </dsp:txXfrm>
    </dsp:sp>
    <dsp:sp modelId="{7697760D-41F8-42ED-9256-FF9A73A4EB5E}">
      <dsp:nvSpPr>
        <dsp:cNvPr id="0" name=""/>
        <dsp:cNvSpPr/>
      </dsp:nvSpPr>
      <dsp:spPr>
        <a:xfrm>
          <a:off x="8357398" y="713835"/>
          <a:ext cx="748129" cy="748129"/>
        </a:xfrm>
        <a:prstGeom prst="ellipse">
          <a:avLst/>
        </a:prstGeom>
        <a:gradFill rotWithShape="0">
          <a:gsLst>
            <a:gs pos="0">
              <a:schemeClr val="accent5">
                <a:hueOff val="-2335944"/>
                <a:satOff val="-15865"/>
                <a:lumOff val="-6623"/>
                <a:alphaOff val="0"/>
                <a:tint val="98000"/>
                <a:lumMod val="114000"/>
              </a:schemeClr>
            </a:gs>
            <a:gs pos="100000">
              <a:schemeClr val="accent5">
                <a:hueOff val="-2335944"/>
                <a:satOff val="-15865"/>
                <a:lumOff val="-6623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2335944"/>
              <a:satOff val="-15865"/>
              <a:lumOff val="-6623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327" tIns="12700" rIns="58327" bIns="127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5</a:t>
          </a:r>
        </a:p>
      </dsp:txBody>
      <dsp:txXfrm>
        <a:off x="8466959" y="823396"/>
        <a:ext cx="529007" cy="529007"/>
      </dsp:txXfrm>
    </dsp:sp>
    <dsp:sp modelId="{146E93CC-86A4-4647-A26A-E60D2CCAE6FE}">
      <dsp:nvSpPr>
        <dsp:cNvPr id="0" name=""/>
        <dsp:cNvSpPr/>
      </dsp:nvSpPr>
      <dsp:spPr>
        <a:xfrm>
          <a:off x="7840833" y="2958151"/>
          <a:ext cx="1781259" cy="72"/>
        </a:xfrm>
        <a:prstGeom prst="rect">
          <a:avLst/>
        </a:prstGeom>
        <a:gradFill rotWithShape="0">
          <a:gsLst>
            <a:gs pos="0">
              <a:schemeClr val="accent5">
                <a:hueOff val="-2627937"/>
                <a:satOff val="-17848"/>
                <a:lumOff val="-7451"/>
                <a:alphaOff val="0"/>
                <a:tint val="98000"/>
                <a:lumMod val="114000"/>
              </a:schemeClr>
            </a:gs>
            <a:gs pos="100000">
              <a:schemeClr val="accent5">
                <a:hueOff val="-2627937"/>
                <a:satOff val="-17848"/>
                <a:lumOff val="-7451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2627937"/>
              <a:satOff val="-17848"/>
              <a:lumOff val="-745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C8538-A1CD-4674-B80C-D0227700148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FA33B-54DD-4B82-945F-D36784F4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9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200">
                <a:latin typeface="Times New Roman" pitchFamily="18" charset="0"/>
              </a:rPr>
              <a:t>2-</a:t>
            </a:r>
            <a:fld id="{0E31212F-28FC-4A82-8730-AD47D0EE153F}" type="slidenum">
              <a:rPr lang="en-US" altLang="en-US" sz="1200" smtClean="0">
                <a:latin typeface="Times New Roman" pitchFamily="18" charset="0"/>
              </a:rPr>
              <a:pPr/>
              <a:t>10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2181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2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5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48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9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61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6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3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0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5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52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53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63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69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8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4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1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2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7">
            <a:extLst>
              <a:ext uri="{FF2B5EF4-FFF2-40B4-BE49-F238E27FC236}">
                <a16:creationId xmlns:a16="http://schemas.microsoft.com/office/drawing/2014/main" id="{7B022090-20EA-4B33-98C2-85DE4C95B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667001"/>
            <a:ext cx="7069138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3800" dirty="0">
                <a:solidFill>
                  <a:srgbClr val="0E5B76"/>
                </a:solidFill>
                <a:latin typeface="Arial" panose="020B0604020202020204" pitchFamily="34" charset="0"/>
              </a:rPr>
              <a:t>Chapter 3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3800" dirty="0">
                <a:solidFill>
                  <a:srgbClr val="0E5B76"/>
                </a:solidFill>
                <a:latin typeface="Arial" panose="020B0604020202020204" pitchFamily="34" charset="0"/>
              </a:rPr>
              <a:t>Communicating Across Cultures</a:t>
            </a:r>
          </a:p>
        </p:txBody>
      </p:sp>
    </p:spTree>
    <p:extLst>
      <p:ext uri="{BB962C8B-B14F-4D97-AF65-F5344CB8AC3E}">
        <p14:creationId xmlns:p14="http://schemas.microsoft.com/office/powerpoint/2010/main" val="1421774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>
                <a:solidFill>
                  <a:srgbClr val="EBEBEB"/>
                </a:solidFill>
              </a:rPr>
              <a:t>Importance of Cross Cultural Communication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779657-893E-6441-5D58-388FFF9C5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673324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6545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685800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Dimensions of Cultural Difference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9F6D5A39-E774-8AD1-C78D-5EEB048649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965542"/>
              </p:ext>
            </p:extLst>
          </p:nvPr>
        </p:nvGraphicFramePr>
        <p:xfrm>
          <a:off x="152400" y="2067982"/>
          <a:ext cx="7696200" cy="4106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0A13C0-E13F-8AF5-29B4-6D97DE0A149D}"/>
              </a:ext>
            </a:extLst>
          </p:cNvPr>
          <p:cNvSpPr txBox="1">
            <a:spLocks/>
          </p:cNvSpPr>
          <p:nvPr/>
        </p:nvSpPr>
        <p:spPr>
          <a:xfrm>
            <a:off x="8001000" y="2514600"/>
            <a:ext cx="3810000" cy="2438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Starting your cross-cultural education with the big picture (the advice of Canning, a UK-based communication consulting firm )</a:t>
            </a:r>
          </a:p>
          <a:p>
            <a:r>
              <a:rPr lang="en-US" dirty="0"/>
              <a:t>Holistic Approach</a:t>
            </a:r>
          </a:p>
        </p:txBody>
      </p:sp>
    </p:spTree>
    <p:extLst>
      <p:ext uri="{BB962C8B-B14F-4D97-AF65-F5344CB8AC3E}">
        <p14:creationId xmlns:p14="http://schemas.microsoft.com/office/powerpoint/2010/main" val="567377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Body Position and Movements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43EB56-7F88-E393-CB78-FF0DAA0F0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26209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522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927099"/>
            <a:ext cx="10896600" cy="70986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Views and Practices Concerning Factors Human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133600"/>
            <a:ext cx="9675813" cy="3962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 Time ( monochronic vs. Polychronic Time)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Space ( U.S.-2 feet, Arab Culture).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Odors ( USA vs. Asian)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Frankness (Low context culture vs. High Context Culture).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Social Hierarchy ( Power Distance).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Workplace Values ( USA, Asia: Japan and Spain).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Expression of emotions (middle east ). 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5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970" y="927099"/>
            <a:ext cx="7439830" cy="70986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Effects on Business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2362201"/>
            <a:ext cx="9525000" cy="28194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Approach : Direct and Indirect.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Online Communication.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err="1"/>
              <a:t>Hofstede’s</a:t>
            </a:r>
            <a:r>
              <a:rPr lang="en-US" sz="2800" dirty="0"/>
              <a:t>  Cultural Dimensions (5 dimensions</a:t>
            </a:r>
            <a:r>
              <a:rPr lang="en-US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591148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AEB5-E9EE-DD92-187E-B4B3F7181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Real Life </a:t>
            </a:r>
            <a:r>
              <a:rPr lang="en-US" b="1">
                <a:solidFill>
                  <a:srgbClr val="FFFFFF"/>
                </a:solidFill>
              </a:rPr>
              <a:t>Example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5209CD0-1B18-D085-790A-3E9C7E28DE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7635466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9436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Blundering With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460011"/>
            <a:ext cx="10275046" cy="34163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Coca-Cola (China) Wax Flattened Mare---Happiness in the mouth.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Olympia’s </a:t>
            </a:r>
            <a:r>
              <a:rPr lang="en-US" sz="2800" dirty="0" err="1"/>
              <a:t>Roto</a:t>
            </a:r>
            <a:r>
              <a:rPr lang="en-US" sz="2800" dirty="0"/>
              <a:t> (Chile) – Broken (Spanish).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Matador----Killer in Puerto Rico.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Toyota’s MR2---</a:t>
            </a:r>
            <a:r>
              <a:rPr lang="en-US" sz="2800" dirty="0" err="1"/>
              <a:t>merde</a:t>
            </a:r>
            <a:r>
              <a:rPr lang="en-US" sz="2800" dirty="0"/>
              <a:t> (French) ---Human waste.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Ford’s </a:t>
            </a:r>
            <a:r>
              <a:rPr lang="en-US" sz="2800" dirty="0" err="1"/>
              <a:t>Fiere</a:t>
            </a:r>
            <a:r>
              <a:rPr lang="en-US" sz="2800" dirty="0"/>
              <a:t>-----Ugly old women.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Nike’s graphic of flames on shoes--- God in the eyes of Muslims. 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604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E87B50C-BA86-4F51-A3E5-EE1354FCE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E7DC5BDA-5569-44D1-B022-C75E74FC5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>
                <a:solidFill>
                  <a:srgbClr val="FFFFFF"/>
                </a:solidFill>
              </a:rPr>
              <a:t>Advice for Communicating Across Cultures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125878-85CE-4A00-BA94-36987E341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5B8306-A68D-AA9C-8594-C2316A60C1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8596539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7948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31875"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1031875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1031875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1031875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1031875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10318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10318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10318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10318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chemeClr val="bg1"/>
                </a:solidFill>
              </a:rPr>
              <a:t>2-</a:t>
            </a:r>
            <a:fld id="{AF3A72FC-9038-467E-8C2A-04D84B505964}" type="slidenum">
              <a:rPr lang="en-US" altLang="en-US" sz="1200">
                <a:solidFill>
                  <a:schemeClr val="bg1"/>
                </a:solidFill>
              </a:rPr>
              <a:pPr eaLnBrk="1" hangingPunct="1"/>
              <a:t>10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2020889" y="2368550"/>
            <a:ext cx="81502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7" tIns="46034" rIns="92067" bIns="46034">
            <a:spAutoFit/>
          </a:bodyPr>
          <a:lstStyle>
            <a:lvl1pPr marL="174625" indent="-174625"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200">
                <a:solidFill>
                  <a:schemeClr val="tx2"/>
                </a:solidFill>
                <a:latin typeface="Arial Rounded MT Bold" pitchFamily="34" charset="0"/>
              </a:rPr>
              <a:t>“Why use two words when one will do.”</a:t>
            </a:r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auto">
          <a:xfrm>
            <a:off x="4191000" y="3657601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7" tIns="46034" rIns="92067" bIns="46034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800">
                <a:solidFill>
                  <a:schemeClr val="tx2"/>
                </a:solidFill>
                <a:latin typeface="Arial Rounded MT Bold" pitchFamily="34" charset="0"/>
              </a:rPr>
              <a:t>--Thomas Jefferson</a:t>
            </a:r>
            <a:endParaRPr lang="en-US" altLang="en-US" sz="2800" i="1">
              <a:solidFill>
                <a:schemeClr val="tx2"/>
              </a:solidFill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96849"/>
      </p:ext>
    </p:extLst>
  </p:cSld>
  <p:clrMapOvr>
    <a:masterClrMapping/>
  </p:clrMapOvr>
  <p:transition>
    <p:dissolv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1031</TotalTime>
  <Words>390</Words>
  <Application>Microsoft Office PowerPoint</Application>
  <PresentationFormat>Widescreen</PresentationFormat>
  <Paragraphs>60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Rounded MT Bold</vt:lpstr>
      <vt:lpstr>Calibri</vt:lpstr>
      <vt:lpstr>Century Gothic</vt:lpstr>
      <vt:lpstr>Times New Roman</vt:lpstr>
      <vt:lpstr>Wingdings</vt:lpstr>
      <vt:lpstr>Wingdings 3</vt:lpstr>
      <vt:lpstr>Ion Boardroom</vt:lpstr>
      <vt:lpstr>PowerPoint Presentation</vt:lpstr>
      <vt:lpstr>Importance of Cross Cultural Communication </vt:lpstr>
      <vt:lpstr>Dimensions of Cultural Difference</vt:lpstr>
      <vt:lpstr>Body Position and Movements</vt:lpstr>
      <vt:lpstr>Views and Practices Concerning Factors Human Relationships</vt:lpstr>
      <vt:lpstr>Effects on Business Communication</vt:lpstr>
      <vt:lpstr>Real Life Example</vt:lpstr>
      <vt:lpstr>Blundering With Words</vt:lpstr>
      <vt:lpstr>Advice for Communicating Across Cultures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Communicating Across Cultures</dc:title>
  <dc:creator>User</dc:creator>
  <cp:lastModifiedBy>Naznin Akther</cp:lastModifiedBy>
  <cp:revision>37</cp:revision>
  <dcterms:created xsi:type="dcterms:W3CDTF">2006-08-16T00:00:00Z</dcterms:created>
  <dcterms:modified xsi:type="dcterms:W3CDTF">2025-11-24T02:39:21Z</dcterms:modified>
</cp:coreProperties>
</file>